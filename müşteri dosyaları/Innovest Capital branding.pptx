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y="10287000" cx="18288000"/>
  <p:notesSz cx="6858000" cy="9144000"/>
  <p:embeddedFontLst>
    <p:embeddedFont>
      <p:font typeface="Montserrat"/>
      <p:regular r:id="rId28"/>
      <p:bold r:id="rId29"/>
      <p:italic r:id="rId30"/>
      <p:boldItalic r:id="rId31"/>
    </p:embeddedFont>
    <p:embeddedFont>
      <p:font typeface="Libre Baskerville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6" roundtripDataSignature="AMtx7mhaWratBziKMSSoOYyHsAKCBHcdX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Montserrat-regular.fntdata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Montserrat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Montserrat-boldItalic.fntdata"/><Relationship Id="rId30" Type="http://schemas.openxmlformats.org/officeDocument/2006/relationships/font" Target="fonts/Montserrat-italic.fntdata"/><Relationship Id="rId11" Type="http://schemas.openxmlformats.org/officeDocument/2006/relationships/slide" Target="slides/slide6.xml"/><Relationship Id="rId33" Type="http://schemas.openxmlformats.org/officeDocument/2006/relationships/font" Target="fonts/LibreBaskerville-bold.fntdata"/><Relationship Id="rId10" Type="http://schemas.openxmlformats.org/officeDocument/2006/relationships/slide" Target="slides/slide5.xml"/><Relationship Id="rId32" Type="http://schemas.openxmlformats.org/officeDocument/2006/relationships/font" Target="fonts/LibreBaskerville-regular.fntdata"/><Relationship Id="rId13" Type="http://schemas.openxmlformats.org/officeDocument/2006/relationships/slide" Target="slides/slide8.xml"/><Relationship Id="rId35" Type="http://schemas.openxmlformats.org/officeDocument/2006/relationships/font" Target="fonts/LibreBaskerville-boldItalic.fntdata"/><Relationship Id="rId12" Type="http://schemas.openxmlformats.org/officeDocument/2006/relationships/slide" Target="slides/slide7.xml"/><Relationship Id="rId34" Type="http://schemas.openxmlformats.org/officeDocument/2006/relationships/font" Target="fonts/LibreBaskerville-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36" Type="http://customschemas.google.com/relationships/presentationmetadata" Target="meta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7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7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8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8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9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9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9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9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1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1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31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2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2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2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3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4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4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1B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0287000" cy="10287000"/>
          </a:xfrm>
          <a:custGeom>
            <a:rect b="b" l="l" r="r" t="t"/>
            <a:pathLst>
              <a:path extrusionOk="0"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5" name="Google Shape;85;p1"/>
          <p:cNvSpPr txBox="1"/>
          <p:nvPr/>
        </p:nvSpPr>
        <p:spPr>
          <a:xfrm>
            <a:off x="8814513" y="5326364"/>
            <a:ext cx="8444787" cy="39319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00" u="none" cap="none" strike="noStrike">
                <a:solidFill>
                  <a:srgbClr val="E0CFAB"/>
                </a:solidFill>
                <a:latin typeface="Montserrat"/>
                <a:ea typeface="Montserrat"/>
                <a:cs typeface="Montserrat"/>
                <a:sym typeface="Montserrat"/>
              </a:rPr>
              <a:t>Innovest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00" u="none" cap="none" strike="noStrike">
                <a:solidFill>
                  <a:srgbClr val="E0CFAB"/>
                </a:solidFill>
                <a:latin typeface="Montserrat"/>
                <a:ea typeface="Montserrat"/>
                <a:cs typeface="Montserrat"/>
                <a:sym typeface="Montserrat"/>
              </a:rPr>
              <a:t>Capital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00" u="none" cap="none" strike="noStrike">
                <a:solidFill>
                  <a:srgbClr val="E0CFAB"/>
                </a:solidFill>
                <a:latin typeface="Montserrat"/>
                <a:ea typeface="Montserrat"/>
                <a:cs typeface="Montserrat"/>
                <a:sym typeface="Montserrat"/>
              </a:rPr>
              <a:t>Rebranding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1B2A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/>
        </p:nvSpPr>
        <p:spPr>
          <a:xfrm>
            <a:off x="5656395" y="4615807"/>
            <a:ext cx="6975210" cy="1379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00" u="none" cap="none" strike="noStrike">
                <a:solidFill>
                  <a:srgbClr val="E0CFAB"/>
                </a:solidFill>
                <a:latin typeface="Montserrat"/>
                <a:ea typeface="Montserrat"/>
                <a:cs typeface="Montserrat"/>
                <a:sym typeface="Montserrat"/>
              </a:rPr>
              <a:t>COLOURS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EF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" name="Google Shape;95;p3"/>
          <p:cNvGrpSpPr/>
          <p:nvPr/>
        </p:nvGrpSpPr>
        <p:grpSpPr>
          <a:xfrm>
            <a:off x="9357348" y="2996885"/>
            <a:ext cx="6413018" cy="4148569"/>
            <a:chOff x="0" y="-192881"/>
            <a:chExt cx="8550691" cy="5531426"/>
          </a:xfrm>
        </p:grpSpPr>
        <p:grpSp>
          <p:nvGrpSpPr>
            <p:cNvPr id="96" name="Google Shape;96;p3"/>
            <p:cNvGrpSpPr/>
            <p:nvPr/>
          </p:nvGrpSpPr>
          <p:grpSpPr>
            <a:xfrm>
              <a:off x="0" y="-192881"/>
              <a:ext cx="8550691" cy="2613577"/>
              <a:chOff x="0" y="-38100"/>
              <a:chExt cx="1689025" cy="516262"/>
            </a:xfrm>
          </p:grpSpPr>
          <p:sp>
            <p:nvSpPr>
              <p:cNvPr id="97" name="Google Shape;97;p3"/>
              <p:cNvSpPr/>
              <p:nvPr/>
            </p:nvSpPr>
            <p:spPr>
              <a:xfrm>
                <a:off x="0" y="0"/>
                <a:ext cx="1689025" cy="478162"/>
              </a:xfrm>
              <a:custGeom>
                <a:rect b="b" l="l" r="r" t="t"/>
                <a:pathLst>
                  <a:path extrusionOk="0" h="478162" w="1689025">
                    <a:moveTo>
                      <a:pt x="0" y="0"/>
                    </a:moveTo>
                    <a:lnTo>
                      <a:pt x="1689025" y="0"/>
                    </a:lnTo>
                    <a:lnTo>
                      <a:pt x="1689025" y="478162"/>
                    </a:lnTo>
                    <a:lnTo>
                      <a:pt x="0" y="478162"/>
                    </a:lnTo>
                    <a:close/>
                  </a:path>
                </a:pathLst>
              </a:custGeom>
              <a:solidFill>
                <a:srgbClr val="091B2A"/>
              </a:solidFill>
              <a:ln>
                <a:noFill/>
              </a:ln>
            </p:spPr>
          </p:sp>
          <p:sp>
            <p:nvSpPr>
              <p:cNvPr id="98" name="Google Shape;98;p3"/>
              <p:cNvSpPr txBox="1"/>
              <p:nvPr/>
            </p:nvSpPr>
            <p:spPr>
              <a:xfrm>
                <a:off x="0" y="-38100"/>
                <a:ext cx="1689025" cy="5162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565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9" name="Google Shape;99;p3"/>
            <p:cNvGrpSpPr/>
            <p:nvPr/>
          </p:nvGrpSpPr>
          <p:grpSpPr>
            <a:xfrm>
              <a:off x="0" y="2724968"/>
              <a:ext cx="8550691" cy="2613577"/>
              <a:chOff x="0" y="-38100"/>
              <a:chExt cx="1689025" cy="516262"/>
            </a:xfrm>
          </p:grpSpPr>
          <p:sp>
            <p:nvSpPr>
              <p:cNvPr id="100" name="Google Shape;100;p3"/>
              <p:cNvSpPr/>
              <p:nvPr/>
            </p:nvSpPr>
            <p:spPr>
              <a:xfrm>
                <a:off x="0" y="0"/>
                <a:ext cx="1689025" cy="478162"/>
              </a:xfrm>
              <a:custGeom>
                <a:rect b="b" l="l" r="r" t="t"/>
                <a:pathLst>
                  <a:path extrusionOk="0" h="478162" w="1689025">
                    <a:moveTo>
                      <a:pt x="0" y="0"/>
                    </a:moveTo>
                    <a:lnTo>
                      <a:pt x="1689025" y="0"/>
                    </a:lnTo>
                    <a:lnTo>
                      <a:pt x="1689025" y="478162"/>
                    </a:lnTo>
                    <a:lnTo>
                      <a:pt x="0" y="478162"/>
                    </a:lnTo>
                    <a:close/>
                  </a:path>
                </a:pathLst>
              </a:custGeom>
              <a:solidFill>
                <a:srgbClr val="C1A45E"/>
              </a:solidFill>
              <a:ln>
                <a:noFill/>
              </a:ln>
            </p:spPr>
          </p:sp>
          <p:sp>
            <p:nvSpPr>
              <p:cNvPr id="101" name="Google Shape;101;p3"/>
              <p:cNvSpPr txBox="1"/>
              <p:nvPr/>
            </p:nvSpPr>
            <p:spPr>
              <a:xfrm>
                <a:off x="0" y="-38100"/>
                <a:ext cx="1689025" cy="5162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565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02" name="Google Shape;102;p3"/>
          <p:cNvSpPr/>
          <p:nvPr/>
        </p:nvSpPr>
        <p:spPr>
          <a:xfrm>
            <a:off x="3502879" y="2402357"/>
            <a:ext cx="5854469" cy="5854469"/>
          </a:xfrm>
          <a:custGeom>
            <a:rect b="b" l="l" r="r" t="t"/>
            <a:pathLst>
              <a:path extrusionOk="0" h="5854469" w="5854469">
                <a:moveTo>
                  <a:pt x="0" y="0"/>
                </a:moveTo>
                <a:lnTo>
                  <a:pt x="5854469" y="0"/>
                </a:lnTo>
                <a:lnTo>
                  <a:pt x="5854469" y="5854469"/>
                </a:lnTo>
                <a:lnTo>
                  <a:pt x="0" y="58544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3" name="Google Shape;103;p3"/>
          <p:cNvSpPr txBox="1"/>
          <p:nvPr/>
        </p:nvSpPr>
        <p:spPr>
          <a:xfrm>
            <a:off x="1028700" y="1257300"/>
            <a:ext cx="6015322" cy="9906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091B2A"/>
                </a:solidFill>
                <a:latin typeface="Montserrat"/>
                <a:ea typeface="Montserrat"/>
                <a:cs typeface="Montserrat"/>
                <a:sym typeface="Montserrat"/>
              </a:rPr>
              <a:t>logo colours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BF7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"/>
          <p:cNvSpPr txBox="1"/>
          <p:nvPr/>
        </p:nvSpPr>
        <p:spPr>
          <a:xfrm>
            <a:off x="1028700" y="1257300"/>
            <a:ext cx="6015322" cy="28194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091B2A"/>
                </a:solidFill>
                <a:latin typeface="Montserrat"/>
                <a:ea typeface="Montserrat"/>
                <a:cs typeface="Montserrat"/>
                <a:sym typeface="Montserrat"/>
              </a:rPr>
              <a:t>main corporate colours</a:t>
            </a:r>
            <a:endParaRPr/>
          </a:p>
        </p:txBody>
      </p:sp>
      <p:grpSp>
        <p:nvGrpSpPr>
          <p:cNvPr id="109" name="Google Shape;109;p4"/>
          <p:cNvGrpSpPr/>
          <p:nvPr/>
        </p:nvGrpSpPr>
        <p:grpSpPr>
          <a:xfrm>
            <a:off x="6750350" y="1078405"/>
            <a:ext cx="4801592" cy="3229888"/>
            <a:chOff x="-215" y="0"/>
            <a:chExt cx="12486475" cy="8399281"/>
          </a:xfrm>
        </p:grpSpPr>
        <p:sp>
          <p:nvSpPr>
            <p:cNvPr id="110" name="Google Shape;110;p4"/>
            <p:cNvSpPr/>
            <p:nvPr/>
          </p:nvSpPr>
          <p:spPr>
            <a:xfrm>
              <a:off x="10160" y="16510"/>
              <a:ext cx="12462130" cy="8373317"/>
            </a:xfrm>
            <a:custGeom>
              <a:rect b="b" l="l" r="r" t="t"/>
              <a:pathLst>
                <a:path extrusionOk="0" h="8373317" w="12462130">
                  <a:moveTo>
                    <a:pt x="12462130" y="8373317"/>
                  </a:moveTo>
                  <a:lnTo>
                    <a:pt x="0" y="8365697"/>
                  </a:lnTo>
                  <a:lnTo>
                    <a:pt x="0" y="2917312"/>
                  </a:lnTo>
                  <a:lnTo>
                    <a:pt x="17780" y="19050"/>
                  </a:lnTo>
                  <a:lnTo>
                    <a:pt x="6212765" y="0"/>
                  </a:lnTo>
                  <a:lnTo>
                    <a:pt x="12443080" y="5080"/>
                  </a:lnTo>
                  <a:close/>
                </a:path>
              </a:pathLst>
            </a:custGeom>
            <a:solidFill>
              <a:srgbClr val="091B2A"/>
            </a:solidFill>
            <a:ln>
              <a:noFill/>
            </a:ln>
          </p:spPr>
        </p:sp>
        <p:sp>
          <p:nvSpPr>
            <p:cNvPr id="111" name="Google Shape;111;p4"/>
            <p:cNvSpPr/>
            <p:nvPr/>
          </p:nvSpPr>
          <p:spPr>
            <a:xfrm>
              <a:off x="-215" y="0"/>
              <a:ext cx="12486475" cy="8399281"/>
            </a:xfrm>
            <a:custGeom>
              <a:rect b="b" l="l" r="r" t="t"/>
              <a:pathLst>
                <a:path extrusionOk="0" h="8399281" w="12486475">
                  <a:moveTo>
                    <a:pt x="12453455" y="21590"/>
                  </a:moveTo>
                  <a:cubicBezTo>
                    <a:pt x="12454725" y="34290"/>
                    <a:pt x="12454725" y="44450"/>
                    <a:pt x="12455995" y="54610"/>
                  </a:cubicBezTo>
                  <a:cubicBezTo>
                    <a:pt x="12458535" y="192364"/>
                    <a:pt x="12459805" y="377776"/>
                    <a:pt x="12462345" y="556567"/>
                  </a:cubicBezTo>
                  <a:cubicBezTo>
                    <a:pt x="12462345" y="814820"/>
                    <a:pt x="12475045" y="5907046"/>
                    <a:pt x="12481395" y="6165299"/>
                  </a:cubicBezTo>
                  <a:cubicBezTo>
                    <a:pt x="12487745" y="6555990"/>
                    <a:pt x="12483935" y="6953303"/>
                    <a:pt x="12483935" y="7343994"/>
                  </a:cubicBezTo>
                  <a:cubicBezTo>
                    <a:pt x="12483935" y="7688331"/>
                    <a:pt x="12485205" y="8006181"/>
                    <a:pt x="12486475" y="8339027"/>
                  </a:cubicBezTo>
                  <a:cubicBezTo>
                    <a:pt x="12486475" y="8360617"/>
                    <a:pt x="12486475" y="8374586"/>
                    <a:pt x="12486475" y="8398717"/>
                  </a:cubicBezTo>
                  <a:cubicBezTo>
                    <a:pt x="12463615" y="8398717"/>
                    <a:pt x="12443295" y="8399986"/>
                    <a:pt x="12388021" y="8398717"/>
                  </a:cubicBezTo>
                  <a:cubicBezTo>
                    <a:pt x="11749935" y="8393636"/>
                    <a:pt x="11102033" y="8399986"/>
                    <a:pt x="10463949" y="8394907"/>
                  </a:cubicBezTo>
                  <a:cubicBezTo>
                    <a:pt x="10081098" y="8391097"/>
                    <a:pt x="9708064" y="8393636"/>
                    <a:pt x="9325213" y="8391097"/>
                  </a:cubicBezTo>
                  <a:cubicBezTo>
                    <a:pt x="9148512" y="8389827"/>
                    <a:pt x="8971812" y="8388557"/>
                    <a:pt x="8795112" y="8387286"/>
                  </a:cubicBezTo>
                  <a:cubicBezTo>
                    <a:pt x="8687128" y="8387286"/>
                    <a:pt x="8588961" y="8388557"/>
                    <a:pt x="8480977" y="8388557"/>
                  </a:cubicBezTo>
                  <a:cubicBezTo>
                    <a:pt x="8206111" y="8387286"/>
                    <a:pt x="7450225" y="8388557"/>
                    <a:pt x="7175358" y="8387286"/>
                  </a:cubicBezTo>
                  <a:cubicBezTo>
                    <a:pt x="6979025" y="8386017"/>
                    <a:pt x="3052349" y="8394907"/>
                    <a:pt x="2856015" y="8393636"/>
                  </a:cubicBezTo>
                  <a:cubicBezTo>
                    <a:pt x="2806932" y="8393636"/>
                    <a:pt x="2748032" y="8394907"/>
                    <a:pt x="2698948" y="8394907"/>
                  </a:cubicBezTo>
                  <a:cubicBezTo>
                    <a:pt x="2581148" y="8394907"/>
                    <a:pt x="2473164" y="8396177"/>
                    <a:pt x="2355364" y="8396177"/>
                  </a:cubicBezTo>
                  <a:cubicBezTo>
                    <a:pt x="2060864" y="8396177"/>
                    <a:pt x="1776179" y="8394907"/>
                    <a:pt x="1481679" y="8393636"/>
                  </a:cubicBezTo>
                  <a:cubicBezTo>
                    <a:pt x="1304979" y="8392367"/>
                    <a:pt x="1128278" y="8391097"/>
                    <a:pt x="961394" y="8389827"/>
                  </a:cubicBezTo>
                  <a:cubicBezTo>
                    <a:pt x="647260" y="8388557"/>
                    <a:pt x="333126" y="8387286"/>
                    <a:pt x="44665" y="8387286"/>
                  </a:cubicBezTo>
                  <a:cubicBezTo>
                    <a:pt x="34505" y="8387286"/>
                    <a:pt x="25615" y="8387286"/>
                    <a:pt x="15455" y="8386017"/>
                  </a:cubicBezTo>
                  <a:cubicBezTo>
                    <a:pt x="6565" y="8384747"/>
                    <a:pt x="1485" y="8378397"/>
                    <a:pt x="4025" y="8369507"/>
                  </a:cubicBezTo>
                  <a:cubicBezTo>
                    <a:pt x="12915" y="8337276"/>
                    <a:pt x="9105" y="8171729"/>
                    <a:pt x="7835" y="7999560"/>
                  </a:cubicBezTo>
                  <a:cubicBezTo>
                    <a:pt x="6565" y="7648601"/>
                    <a:pt x="2755" y="7304262"/>
                    <a:pt x="4025" y="6953303"/>
                  </a:cubicBezTo>
                  <a:cubicBezTo>
                    <a:pt x="1485" y="6516259"/>
                    <a:pt x="-3595" y="1106183"/>
                    <a:pt x="4025" y="662517"/>
                  </a:cubicBezTo>
                  <a:cubicBezTo>
                    <a:pt x="5295" y="576432"/>
                    <a:pt x="4025" y="483726"/>
                    <a:pt x="5295" y="397642"/>
                  </a:cubicBezTo>
                  <a:cubicBezTo>
                    <a:pt x="6565" y="258582"/>
                    <a:pt x="9105" y="106279"/>
                    <a:pt x="10375" y="44450"/>
                  </a:cubicBezTo>
                  <a:cubicBezTo>
                    <a:pt x="10375" y="41910"/>
                    <a:pt x="11645" y="39370"/>
                    <a:pt x="12915" y="38100"/>
                  </a:cubicBezTo>
                  <a:cubicBezTo>
                    <a:pt x="34505" y="35560"/>
                    <a:pt x="87709" y="30480"/>
                    <a:pt x="244776" y="29210"/>
                  </a:cubicBezTo>
                  <a:cubicBezTo>
                    <a:pt x="509827" y="25400"/>
                    <a:pt x="774877" y="22860"/>
                    <a:pt x="1049745" y="20320"/>
                  </a:cubicBezTo>
                  <a:cubicBezTo>
                    <a:pt x="1236262" y="17780"/>
                    <a:pt x="1422779" y="16510"/>
                    <a:pt x="1599479" y="13970"/>
                  </a:cubicBezTo>
                  <a:cubicBezTo>
                    <a:pt x="1776180" y="11430"/>
                    <a:pt x="1962697" y="8890"/>
                    <a:pt x="2139397" y="8890"/>
                  </a:cubicBezTo>
                  <a:cubicBezTo>
                    <a:pt x="2335731" y="7620"/>
                    <a:pt x="2532065" y="10160"/>
                    <a:pt x="2728398" y="8890"/>
                  </a:cubicBezTo>
                  <a:cubicBezTo>
                    <a:pt x="2973816" y="8890"/>
                    <a:pt x="7420775" y="6350"/>
                    <a:pt x="7666193" y="5080"/>
                  </a:cubicBezTo>
                  <a:cubicBezTo>
                    <a:pt x="7901793" y="3810"/>
                    <a:pt x="8137394" y="2540"/>
                    <a:pt x="8382811" y="2540"/>
                  </a:cubicBezTo>
                  <a:cubicBezTo>
                    <a:pt x="8785295" y="1270"/>
                    <a:pt x="9177963" y="0"/>
                    <a:pt x="9580447" y="0"/>
                  </a:cubicBezTo>
                  <a:cubicBezTo>
                    <a:pt x="9747331" y="0"/>
                    <a:pt x="9924031" y="2540"/>
                    <a:pt x="10090915" y="2540"/>
                  </a:cubicBezTo>
                  <a:cubicBezTo>
                    <a:pt x="10552300" y="3810"/>
                    <a:pt x="11023500" y="5080"/>
                    <a:pt x="11484885" y="7620"/>
                  </a:cubicBezTo>
                  <a:cubicBezTo>
                    <a:pt x="11730302" y="8890"/>
                    <a:pt x="11975719" y="12700"/>
                    <a:pt x="12221136" y="16510"/>
                  </a:cubicBezTo>
                  <a:cubicBezTo>
                    <a:pt x="12280036" y="16510"/>
                    <a:pt x="12338937" y="16510"/>
                    <a:pt x="12388021" y="16510"/>
                  </a:cubicBezTo>
                  <a:cubicBezTo>
                    <a:pt x="12434405" y="17780"/>
                    <a:pt x="12443295" y="20320"/>
                    <a:pt x="12453455" y="21590"/>
                  </a:cubicBezTo>
                  <a:close/>
                  <a:moveTo>
                    <a:pt x="12463615" y="8382207"/>
                  </a:moveTo>
                  <a:cubicBezTo>
                    <a:pt x="12464885" y="8365697"/>
                    <a:pt x="12466155" y="8352997"/>
                    <a:pt x="12466155" y="8340297"/>
                  </a:cubicBezTo>
                  <a:cubicBezTo>
                    <a:pt x="12464885" y="7973072"/>
                    <a:pt x="12463615" y="7622113"/>
                    <a:pt x="12463615" y="7244666"/>
                  </a:cubicBezTo>
                  <a:cubicBezTo>
                    <a:pt x="12463615" y="7072497"/>
                    <a:pt x="12466155" y="6900328"/>
                    <a:pt x="12464885" y="6728159"/>
                  </a:cubicBezTo>
                  <a:cubicBezTo>
                    <a:pt x="12464885" y="6569234"/>
                    <a:pt x="12463615" y="6403687"/>
                    <a:pt x="12462345" y="6244762"/>
                  </a:cubicBezTo>
                  <a:cubicBezTo>
                    <a:pt x="12457265" y="5999752"/>
                    <a:pt x="12445835" y="927392"/>
                    <a:pt x="12445835" y="682383"/>
                  </a:cubicBezTo>
                  <a:cubicBezTo>
                    <a:pt x="12443295" y="477104"/>
                    <a:pt x="12440755" y="265204"/>
                    <a:pt x="12438215" y="63500"/>
                  </a:cubicBezTo>
                  <a:cubicBezTo>
                    <a:pt x="12436945" y="44450"/>
                    <a:pt x="12435675" y="43180"/>
                    <a:pt x="12358570" y="41910"/>
                  </a:cubicBezTo>
                  <a:cubicBezTo>
                    <a:pt x="12329120" y="41910"/>
                    <a:pt x="12309487" y="41910"/>
                    <a:pt x="12280036" y="40640"/>
                  </a:cubicBezTo>
                  <a:cubicBezTo>
                    <a:pt x="12034620" y="36830"/>
                    <a:pt x="11779385" y="31750"/>
                    <a:pt x="11533968" y="30480"/>
                  </a:cubicBezTo>
                  <a:cubicBezTo>
                    <a:pt x="10935151" y="26670"/>
                    <a:pt x="10326516" y="25400"/>
                    <a:pt x="9727698" y="22860"/>
                  </a:cubicBezTo>
                  <a:cubicBezTo>
                    <a:pt x="9639348" y="22860"/>
                    <a:pt x="9541181" y="22860"/>
                    <a:pt x="9452830" y="22860"/>
                  </a:cubicBezTo>
                  <a:cubicBezTo>
                    <a:pt x="9305580" y="22860"/>
                    <a:pt x="9158330" y="22860"/>
                    <a:pt x="9020896" y="22860"/>
                  </a:cubicBezTo>
                  <a:cubicBezTo>
                    <a:pt x="8706763" y="22860"/>
                    <a:pt x="8392628" y="22860"/>
                    <a:pt x="8088310" y="24130"/>
                  </a:cubicBezTo>
                  <a:cubicBezTo>
                    <a:pt x="7823260" y="25400"/>
                    <a:pt x="3356666" y="29210"/>
                    <a:pt x="3091616" y="29210"/>
                  </a:cubicBezTo>
                  <a:cubicBezTo>
                    <a:pt x="2659682" y="29210"/>
                    <a:pt x="2227748" y="26670"/>
                    <a:pt x="1795813" y="33020"/>
                  </a:cubicBezTo>
                  <a:cubicBezTo>
                    <a:pt x="1570029" y="36830"/>
                    <a:pt x="1354062" y="36830"/>
                    <a:pt x="1138095" y="38100"/>
                  </a:cubicBezTo>
                  <a:cubicBezTo>
                    <a:pt x="765061" y="41910"/>
                    <a:pt x="392027" y="45720"/>
                    <a:pt x="45935" y="50800"/>
                  </a:cubicBezTo>
                  <a:cubicBezTo>
                    <a:pt x="33235" y="50800"/>
                    <a:pt x="30695" y="53340"/>
                    <a:pt x="29425" y="86413"/>
                  </a:cubicBezTo>
                  <a:cubicBezTo>
                    <a:pt x="28155" y="205607"/>
                    <a:pt x="28155" y="324801"/>
                    <a:pt x="26885" y="443995"/>
                  </a:cubicBezTo>
                  <a:cubicBezTo>
                    <a:pt x="25615" y="642651"/>
                    <a:pt x="23075" y="834686"/>
                    <a:pt x="21805" y="1033342"/>
                  </a:cubicBezTo>
                  <a:cubicBezTo>
                    <a:pt x="16725" y="1245242"/>
                    <a:pt x="23075" y="6423552"/>
                    <a:pt x="25615" y="6635452"/>
                  </a:cubicBezTo>
                  <a:cubicBezTo>
                    <a:pt x="25615" y="6860597"/>
                    <a:pt x="25615" y="7092362"/>
                    <a:pt x="26885" y="7317506"/>
                  </a:cubicBezTo>
                  <a:cubicBezTo>
                    <a:pt x="26885" y="7483053"/>
                    <a:pt x="29425" y="7648601"/>
                    <a:pt x="29425" y="7814147"/>
                  </a:cubicBezTo>
                  <a:cubicBezTo>
                    <a:pt x="29425" y="7992938"/>
                    <a:pt x="29425" y="8171729"/>
                    <a:pt x="28155" y="8340297"/>
                  </a:cubicBezTo>
                  <a:cubicBezTo>
                    <a:pt x="28155" y="8344107"/>
                    <a:pt x="28155" y="8346647"/>
                    <a:pt x="28155" y="8350457"/>
                  </a:cubicBezTo>
                  <a:cubicBezTo>
                    <a:pt x="28155" y="8360617"/>
                    <a:pt x="31965" y="8364427"/>
                    <a:pt x="40855" y="8364427"/>
                  </a:cubicBezTo>
                  <a:cubicBezTo>
                    <a:pt x="107343" y="8364427"/>
                    <a:pt x="244776" y="8365697"/>
                    <a:pt x="372393" y="8365697"/>
                  </a:cubicBezTo>
                  <a:cubicBezTo>
                    <a:pt x="558910" y="8365697"/>
                    <a:pt x="755244" y="8363157"/>
                    <a:pt x="941761" y="8365697"/>
                  </a:cubicBezTo>
                  <a:cubicBezTo>
                    <a:pt x="1246079" y="8369507"/>
                    <a:pt x="1550396" y="8372047"/>
                    <a:pt x="1854713" y="8370777"/>
                  </a:cubicBezTo>
                  <a:cubicBezTo>
                    <a:pt x="2051047" y="8369507"/>
                    <a:pt x="2237564" y="8372047"/>
                    <a:pt x="2433898" y="8372047"/>
                  </a:cubicBezTo>
                  <a:cubicBezTo>
                    <a:pt x="2718582" y="8372047"/>
                    <a:pt x="3003266" y="8370777"/>
                    <a:pt x="3287950" y="8372047"/>
                  </a:cubicBezTo>
                  <a:cubicBezTo>
                    <a:pt x="3710067" y="8373317"/>
                    <a:pt x="8343544" y="8363157"/>
                    <a:pt x="8775479" y="8365697"/>
                  </a:cubicBezTo>
                  <a:cubicBezTo>
                    <a:pt x="8961996" y="8366967"/>
                    <a:pt x="9148512" y="8368236"/>
                    <a:pt x="9325213" y="8368236"/>
                  </a:cubicBezTo>
                  <a:cubicBezTo>
                    <a:pt x="9649164" y="8370777"/>
                    <a:pt x="9963298" y="8366967"/>
                    <a:pt x="10287249" y="8370777"/>
                  </a:cubicBezTo>
                  <a:cubicBezTo>
                    <a:pt x="10552300" y="8373317"/>
                    <a:pt x="10817349" y="8373317"/>
                    <a:pt x="11082401" y="8375857"/>
                  </a:cubicBezTo>
                  <a:cubicBezTo>
                    <a:pt x="11475068" y="8379667"/>
                    <a:pt x="11867736" y="8382207"/>
                    <a:pt x="12260403" y="8383477"/>
                  </a:cubicBezTo>
                  <a:cubicBezTo>
                    <a:pt x="12407654" y="8383477"/>
                    <a:pt x="12443295" y="8382207"/>
                    <a:pt x="12463615" y="8382207"/>
                  </a:cubicBezTo>
                  <a:close/>
                </a:path>
              </a:pathLst>
            </a:custGeom>
            <a:solidFill>
              <a:srgbClr val="9D999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12" name="Google Shape;112;p4"/>
          <p:cNvCxnSpPr/>
          <p:nvPr/>
        </p:nvCxnSpPr>
        <p:spPr>
          <a:xfrm>
            <a:off x="6750433" y="4941859"/>
            <a:ext cx="4801021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13" name="Google Shape;113;p4"/>
          <p:cNvGrpSpPr/>
          <p:nvPr/>
        </p:nvGrpSpPr>
        <p:grpSpPr>
          <a:xfrm>
            <a:off x="6750350" y="5570786"/>
            <a:ext cx="4801592" cy="3229888"/>
            <a:chOff x="-215" y="0"/>
            <a:chExt cx="12486475" cy="8399281"/>
          </a:xfrm>
        </p:grpSpPr>
        <p:sp>
          <p:nvSpPr>
            <p:cNvPr id="114" name="Google Shape;114;p4"/>
            <p:cNvSpPr/>
            <p:nvPr/>
          </p:nvSpPr>
          <p:spPr>
            <a:xfrm>
              <a:off x="10160" y="16510"/>
              <a:ext cx="12462130" cy="8373317"/>
            </a:xfrm>
            <a:custGeom>
              <a:rect b="b" l="l" r="r" t="t"/>
              <a:pathLst>
                <a:path extrusionOk="0" h="8373317" w="12462130">
                  <a:moveTo>
                    <a:pt x="12462130" y="8373317"/>
                  </a:moveTo>
                  <a:lnTo>
                    <a:pt x="0" y="8365697"/>
                  </a:lnTo>
                  <a:lnTo>
                    <a:pt x="0" y="2917312"/>
                  </a:lnTo>
                  <a:lnTo>
                    <a:pt x="17780" y="19050"/>
                  </a:lnTo>
                  <a:lnTo>
                    <a:pt x="6212765" y="0"/>
                  </a:lnTo>
                  <a:lnTo>
                    <a:pt x="12443080" y="5080"/>
                  </a:lnTo>
                  <a:close/>
                </a:path>
              </a:pathLst>
            </a:custGeom>
            <a:solidFill>
              <a:srgbClr val="C1A45D"/>
            </a:solidFill>
            <a:ln>
              <a:noFill/>
            </a:ln>
          </p:spPr>
        </p:sp>
        <p:sp>
          <p:nvSpPr>
            <p:cNvPr id="115" name="Google Shape;115;p4"/>
            <p:cNvSpPr/>
            <p:nvPr/>
          </p:nvSpPr>
          <p:spPr>
            <a:xfrm>
              <a:off x="-215" y="0"/>
              <a:ext cx="12486475" cy="8399281"/>
            </a:xfrm>
            <a:custGeom>
              <a:rect b="b" l="l" r="r" t="t"/>
              <a:pathLst>
                <a:path extrusionOk="0" h="8399281" w="12486475">
                  <a:moveTo>
                    <a:pt x="12453455" y="21590"/>
                  </a:moveTo>
                  <a:cubicBezTo>
                    <a:pt x="12454725" y="34290"/>
                    <a:pt x="12454725" y="44450"/>
                    <a:pt x="12455995" y="54610"/>
                  </a:cubicBezTo>
                  <a:cubicBezTo>
                    <a:pt x="12458535" y="192364"/>
                    <a:pt x="12459805" y="377776"/>
                    <a:pt x="12462345" y="556567"/>
                  </a:cubicBezTo>
                  <a:cubicBezTo>
                    <a:pt x="12462345" y="814820"/>
                    <a:pt x="12475045" y="5907046"/>
                    <a:pt x="12481395" y="6165299"/>
                  </a:cubicBezTo>
                  <a:cubicBezTo>
                    <a:pt x="12487745" y="6555990"/>
                    <a:pt x="12483935" y="6953303"/>
                    <a:pt x="12483935" y="7343994"/>
                  </a:cubicBezTo>
                  <a:cubicBezTo>
                    <a:pt x="12483935" y="7688331"/>
                    <a:pt x="12485205" y="8006181"/>
                    <a:pt x="12486475" y="8339027"/>
                  </a:cubicBezTo>
                  <a:cubicBezTo>
                    <a:pt x="12486475" y="8360617"/>
                    <a:pt x="12486475" y="8374586"/>
                    <a:pt x="12486475" y="8398717"/>
                  </a:cubicBezTo>
                  <a:cubicBezTo>
                    <a:pt x="12463615" y="8398717"/>
                    <a:pt x="12443295" y="8399986"/>
                    <a:pt x="12388021" y="8398717"/>
                  </a:cubicBezTo>
                  <a:cubicBezTo>
                    <a:pt x="11749935" y="8393636"/>
                    <a:pt x="11102033" y="8399986"/>
                    <a:pt x="10463949" y="8394907"/>
                  </a:cubicBezTo>
                  <a:cubicBezTo>
                    <a:pt x="10081098" y="8391097"/>
                    <a:pt x="9708064" y="8393636"/>
                    <a:pt x="9325213" y="8391097"/>
                  </a:cubicBezTo>
                  <a:cubicBezTo>
                    <a:pt x="9148512" y="8389827"/>
                    <a:pt x="8971812" y="8388557"/>
                    <a:pt x="8795112" y="8387286"/>
                  </a:cubicBezTo>
                  <a:cubicBezTo>
                    <a:pt x="8687128" y="8387286"/>
                    <a:pt x="8588961" y="8388557"/>
                    <a:pt x="8480977" y="8388557"/>
                  </a:cubicBezTo>
                  <a:cubicBezTo>
                    <a:pt x="8206111" y="8387286"/>
                    <a:pt x="7450225" y="8388557"/>
                    <a:pt x="7175358" y="8387286"/>
                  </a:cubicBezTo>
                  <a:cubicBezTo>
                    <a:pt x="6979025" y="8386017"/>
                    <a:pt x="3052349" y="8394907"/>
                    <a:pt x="2856015" y="8393636"/>
                  </a:cubicBezTo>
                  <a:cubicBezTo>
                    <a:pt x="2806932" y="8393636"/>
                    <a:pt x="2748032" y="8394907"/>
                    <a:pt x="2698948" y="8394907"/>
                  </a:cubicBezTo>
                  <a:cubicBezTo>
                    <a:pt x="2581148" y="8394907"/>
                    <a:pt x="2473164" y="8396177"/>
                    <a:pt x="2355364" y="8396177"/>
                  </a:cubicBezTo>
                  <a:cubicBezTo>
                    <a:pt x="2060864" y="8396177"/>
                    <a:pt x="1776179" y="8394907"/>
                    <a:pt x="1481679" y="8393636"/>
                  </a:cubicBezTo>
                  <a:cubicBezTo>
                    <a:pt x="1304979" y="8392367"/>
                    <a:pt x="1128278" y="8391097"/>
                    <a:pt x="961394" y="8389827"/>
                  </a:cubicBezTo>
                  <a:cubicBezTo>
                    <a:pt x="647260" y="8388557"/>
                    <a:pt x="333126" y="8387286"/>
                    <a:pt x="44665" y="8387286"/>
                  </a:cubicBezTo>
                  <a:cubicBezTo>
                    <a:pt x="34505" y="8387286"/>
                    <a:pt x="25615" y="8387286"/>
                    <a:pt x="15455" y="8386017"/>
                  </a:cubicBezTo>
                  <a:cubicBezTo>
                    <a:pt x="6565" y="8384747"/>
                    <a:pt x="1485" y="8378397"/>
                    <a:pt x="4025" y="8369507"/>
                  </a:cubicBezTo>
                  <a:cubicBezTo>
                    <a:pt x="12915" y="8337276"/>
                    <a:pt x="9105" y="8171729"/>
                    <a:pt x="7835" y="7999560"/>
                  </a:cubicBezTo>
                  <a:cubicBezTo>
                    <a:pt x="6565" y="7648601"/>
                    <a:pt x="2755" y="7304262"/>
                    <a:pt x="4025" y="6953303"/>
                  </a:cubicBezTo>
                  <a:cubicBezTo>
                    <a:pt x="1485" y="6516259"/>
                    <a:pt x="-3595" y="1106183"/>
                    <a:pt x="4025" y="662517"/>
                  </a:cubicBezTo>
                  <a:cubicBezTo>
                    <a:pt x="5295" y="576432"/>
                    <a:pt x="4025" y="483726"/>
                    <a:pt x="5295" y="397642"/>
                  </a:cubicBezTo>
                  <a:cubicBezTo>
                    <a:pt x="6565" y="258582"/>
                    <a:pt x="9105" y="106279"/>
                    <a:pt x="10375" y="44450"/>
                  </a:cubicBezTo>
                  <a:cubicBezTo>
                    <a:pt x="10375" y="41910"/>
                    <a:pt x="11645" y="39370"/>
                    <a:pt x="12915" y="38100"/>
                  </a:cubicBezTo>
                  <a:cubicBezTo>
                    <a:pt x="34505" y="35560"/>
                    <a:pt x="87709" y="30480"/>
                    <a:pt x="244776" y="29210"/>
                  </a:cubicBezTo>
                  <a:cubicBezTo>
                    <a:pt x="509827" y="25400"/>
                    <a:pt x="774877" y="22860"/>
                    <a:pt x="1049745" y="20320"/>
                  </a:cubicBezTo>
                  <a:cubicBezTo>
                    <a:pt x="1236262" y="17780"/>
                    <a:pt x="1422779" y="16510"/>
                    <a:pt x="1599479" y="13970"/>
                  </a:cubicBezTo>
                  <a:cubicBezTo>
                    <a:pt x="1776180" y="11430"/>
                    <a:pt x="1962697" y="8890"/>
                    <a:pt x="2139397" y="8890"/>
                  </a:cubicBezTo>
                  <a:cubicBezTo>
                    <a:pt x="2335731" y="7620"/>
                    <a:pt x="2532065" y="10160"/>
                    <a:pt x="2728398" y="8890"/>
                  </a:cubicBezTo>
                  <a:cubicBezTo>
                    <a:pt x="2973816" y="8890"/>
                    <a:pt x="7420775" y="6350"/>
                    <a:pt x="7666193" y="5080"/>
                  </a:cubicBezTo>
                  <a:cubicBezTo>
                    <a:pt x="7901793" y="3810"/>
                    <a:pt x="8137394" y="2540"/>
                    <a:pt x="8382811" y="2540"/>
                  </a:cubicBezTo>
                  <a:cubicBezTo>
                    <a:pt x="8785295" y="1270"/>
                    <a:pt x="9177963" y="0"/>
                    <a:pt x="9580447" y="0"/>
                  </a:cubicBezTo>
                  <a:cubicBezTo>
                    <a:pt x="9747331" y="0"/>
                    <a:pt x="9924031" y="2540"/>
                    <a:pt x="10090915" y="2540"/>
                  </a:cubicBezTo>
                  <a:cubicBezTo>
                    <a:pt x="10552300" y="3810"/>
                    <a:pt x="11023500" y="5080"/>
                    <a:pt x="11484885" y="7620"/>
                  </a:cubicBezTo>
                  <a:cubicBezTo>
                    <a:pt x="11730302" y="8890"/>
                    <a:pt x="11975719" y="12700"/>
                    <a:pt x="12221136" y="16510"/>
                  </a:cubicBezTo>
                  <a:cubicBezTo>
                    <a:pt x="12280036" y="16510"/>
                    <a:pt x="12338937" y="16510"/>
                    <a:pt x="12388021" y="16510"/>
                  </a:cubicBezTo>
                  <a:cubicBezTo>
                    <a:pt x="12434405" y="17780"/>
                    <a:pt x="12443295" y="20320"/>
                    <a:pt x="12453455" y="21590"/>
                  </a:cubicBezTo>
                  <a:close/>
                  <a:moveTo>
                    <a:pt x="12463615" y="8382207"/>
                  </a:moveTo>
                  <a:cubicBezTo>
                    <a:pt x="12464885" y="8365697"/>
                    <a:pt x="12466155" y="8352997"/>
                    <a:pt x="12466155" y="8340297"/>
                  </a:cubicBezTo>
                  <a:cubicBezTo>
                    <a:pt x="12464885" y="7973072"/>
                    <a:pt x="12463615" y="7622113"/>
                    <a:pt x="12463615" y="7244666"/>
                  </a:cubicBezTo>
                  <a:cubicBezTo>
                    <a:pt x="12463615" y="7072497"/>
                    <a:pt x="12466155" y="6900328"/>
                    <a:pt x="12464885" y="6728159"/>
                  </a:cubicBezTo>
                  <a:cubicBezTo>
                    <a:pt x="12464885" y="6569234"/>
                    <a:pt x="12463615" y="6403687"/>
                    <a:pt x="12462345" y="6244762"/>
                  </a:cubicBezTo>
                  <a:cubicBezTo>
                    <a:pt x="12457265" y="5999752"/>
                    <a:pt x="12445835" y="927392"/>
                    <a:pt x="12445835" y="682383"/>
                  </a:cubicBezTo>
                  <a:cubicBezTo>
                    <a:pt x="12443295" y="477104"/>
                    <a:pt x="12440755" y="265204"/>
                    <a:pt x="12438215" y="63500"/>
                  </a:cubicBezTo>
                  <a:cubicBezTo>
                    <a:pt x="12436945" y="44450"/>
                    <a:pt x="12435675" y="43180"/>
                    <a:pt x="12358570" y="41910"/>
                  </a:cubicBezTo>
                  <a:cubicBezTo>
                    <a:pt x="12329120" y="41910"/>
                    <a:pt x="12309487" y="41910"/>
                    <a:pt x="12280036" y="40640"/>
                  </a:cubicBezTo>
                  <a:cubicBezTo>
                    <a:pt x="12034620" y="36830"/>
                    <a:pt x="11779385" y="31750"/>
                    <a:pt x="11533968" y="30480"/>
                  </a:cubicBezTo>
                  <a:cubicBezTo>
                    <a:pt x="10935151" y="26670"/>
                    <a:pt x="10326516" y="25400"/>
                    <a:pt x="9727698" y="22860"/>
                  </a:cubicBezTo>
                  <a:cubicBezTo>
                    <a:pt x="9639348" y="22860"/>
                    <a:pt x="9541181" y="22860"/>
                    <a:pt x="9452830" y="22860"/>
                  </a:cubicBezTo>
                  <a:cubicBezTo>
                    <a:pt x="9305580" y="22860"/>
                    <a:pt x="9158330" y="22860"/>
                    <a:pt x="9020896" y="22860"/>
                  </a:cubicBezTo>
                  <a:cubicBezTo>
                    <a:pt x="8706763" y="22860"/>
                    <a:pt x="8392628" y="22860"/>
                    <a:pt x="8088310" y="24130"/>
                  </a:cubicBezTo>
                  <a:cubicBezTo>
                    <a:pt x="7823260" y="25400"/>
                    <a:pt x="3356666" y="29210"/>
                    <a:pt x="3091616" y="29210"/>
                  </a:cubicBezTo>
                  <a:cubicBezTo>
                    <a:pt x="2659682" y="29210"/>
                    <a:pt x="2227748" y="26670"/>
                    <a:pt x="1795813" y="33020"/>
                  </a:cubicBezTo>
                  <a:cubicBezTo>
                    <a:pt x="1570029" y="36830"/>
                    <a:pt x="1354062" y="36830"/>
                    <a:pt x="1138095" y="38100"/>
                  </a:cubicBezTo>
                  <a:cubicBezTo>
                    <a:pt x="765061" y="41910"/>
                    <a:pt x="392027" y="45720"/>
                    <a:pt x="45935" y="50800"/>
                  </a:cubicBezTo>
                  <a:cubicBezTo>
                    <a:pt x="33235" y="50800"/>
                    <a:pt x="30695" y="53340"/>
                    <a:pt x="29425" y="86413"/>
                  </a:cubicBezTo>
                  <a:cubicBezTo>
                    <a:pt x="28155" y="205607"/>
                    <a:pt x="28155" y="324801"/>
                    <a:pt x="26885" y="443995"/>
                  </a:cubicBezTo>
                  <a:cubicBezTo>
                    <a:pt x="25615" y="642651"/>
                    <a:pt x="23075" y="834686"/>
                    <a:pt x="21805" y="1033342"/>
                  </a:cubicBezTo>
                  <a:cubicBezTo>
                    <a:pt x="16725" y="1245242"/>
                    <a:pt x="23075" y="6423552"/>
                    <a:pt x="25615" y="6635452"/>
                  </a:cubicBezTo>
                  <a:cubicBezTo>
                    <a:pt x="25615" y="6860597"/>
                    <a:pt x="25615" y="7092362"/>
                    <a:pt x="26885" y="7317506"/>
                  </a:cubicBezTo>
                  <a:cubicBezTo>
                    <a:pt x="26885" y="7483053"/>
                    <a:pt x="29425" y="7648601"/>
                    <a:pt x="29425" y="7814147"/>
                  </a:cubicBezTo>
                  <a:cubicBezTo>
                    <a:pt x="29425" y="7992938"/>
                    <a:pt x="29425" y="8171729"/>
                    <a:pt x="28155" y="8340297"/>
                  </a:cubicBezTo>
                  <a:cubicBezTo>
                    <a:pt x="28155" y="8344107"/>
                    <a:pt x="28155" y="8346647"/>
                    <a:pt x="28155" y="8350457"/>
                  </a:cubicBezTo>
                  <a:cubicBezTo>
                    <a:pt x="28155" y="8360617"/>
                    <a:pt x="31965" y="8364427"/>
                    <a:pt x="40855" y="8364427"/>
                  </a:cubicBezTo>
                  <a:cubicBezTo>
                    <a:pt x="107343" y="8364427"/>
                    <a:pt x="244776" y="8365697"/>
                    <a:pt x="372393" y="8365697"/>
                  </a:cubicBezTo>
                  <a:cubicBezTo>
                    <a:pt x="558910" y="8365697"/>
                    <a:pt x="755244" y="8363157"/>
                    <a:pt x="941761" y="8365697"/>
                  </a:cubicBezTo>
                  <a:cubicBezTo>
                    <a:pt x="1246079" y="8369507"/>
                    <a:pt x="1550396" y="8372047"/>
                    <a:pt x="1854713" y="8370777"/>
                  </a:cubicBezTo>
                  <a:cubicBezTo>
                    <a:pt x="2051047" y="8369507"/>
                    <a:pt x="2237564" y="8372047"/>
                    <a:pt x="2433898" y="8372047"/>
                  </a:cubicBezTo>
                  <a:cubicBezTo>
                    <a:pt x="2718582" y="8372047"/>
                    <a:pt x="3003266" y="8370777"/>
                    <a:pt x="3287950" y="8372047"/>
                  </a:cubicBezTo>
                  <a:cubicBezTo>
                    <a:pt x="3710067" y="8373317"/>
                    <a:pt x="8343544" y="8363157"/>
                    <a:pt x="8775479" y="8365697"/>
                  </a:cubicBezTo>
                  <a:cubicBezTo>
                    <a:pt x="8961996" y="8366967"/>
                    <a:pt x="9148512" y="8368236"/>
                    <a:pt x="9325213" y="8368236"/>
                  </a:cubicBezTo>
                  <a:cubicBezTo>
                    <a:pt x="9649164" y="8370777"/>
                    <a:pt x="9963298" y="8366967"/>
                    <a:pt x="10287249" y="8370777"/>
                  </a:cubicBezTo>
                  <a:cubicBezTo>
                    <a:pt x="10552300" y="8373317"/>
                    <a:pt x="10817349" y="8373317"/>
                    <a:pt x="11082401" y="8375857"/>
                  </a:cubicBezTo>
                  <a:cubicBezTo>
                    <a:pt x="11475068" y="8379667"/>
                    <a:pt x="11867736" y="8382207"/>
                    <a:pt x="12260403" y="8383477"/>
                  </a:cubicBezTo>
                  <a:cubicBezTo>
                    <a:pt x="12407654" y="8383477"/>
                    <a:pt x="12443295" y="8382207"/>
                    <a:pt x="12463615" y="8382207"/>
                  </a:cubicBezTo>
                  <a:close/>
                </a:path>
              </a:pathLst>
            </a:custGeom>
            <a:solidFill>
              <a:srgbClr val="9D999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16" name="Google Shape;116;p4"/>
          <p:cNvCxnSpPr/>
          <p:nvPr/>
        </p:nvCxnSpPr>
        <p:spPr>
          <a:xfrm>
            <a:off x="6750433" y="9434241"/>
            <a:ext cx="4801021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17" name="Google Shape;117;p4"/>
          <p:cNvGrpSpPr/>
          <p:nvPr/>
        </p:nvGrpSpPr>
        <p:grpSpPr>
          <a:xfrm>
            <a:off x="12458196" y="5570786"/>
            <a:ext cx="4801592" cy="3229888"/>
            <a:chOff x="-215" y="0"/>
            <a:chExt cx="12486475" cy="8399281"/>
          </a:xfrm>
        </p:grpSpPr>
        <p:sp>
          <p:nvSpPr>
            <p:cNvPr id="118" name="Google Shape;118;p4"/>
            <p:cNvSpPr/>
            <p:nvPr/>
          </p:nvSpPr>
          <p:spPr>
            <a:xfrm>
              <a:off x="10160" y="16510"/>
              <a:ext cx="12462130" cy="8373317"/>
            </a:xfrm>
            <a:custGeom>
              <a:rect b="b" l="l" r="r" t="t"/>
              <a:pathLst>
                <a:path extrusionOk="0" h="8373317" w="12462130">
                  <a:moveTo>
                    <a:pt x="12462130" y="8373317"/>
                  </a:moveTo>
                  <a:lnTo>
                    <a:pt x="0" y="8365697"/>
                  </a:lnTo>
                  <a:lnTo>
                    <a:pt x="0" y="2917312"/>
                  </a:lnTo>
                  <a:lnTo>
                    <a:pt x="17780" y="19050"/>
                  </a:lnTo>
                  <a:lnTo>
                    <a:pt x="6212765" y="0"/>
                  </a:lnTo>
                  <a:lnTo>
                    <a:pt x="12443080" y="5080"/>
                  </a:lnTo>
                  <a:close/>
                </a:path>
              </a:pathLst>
            </a:custGeom>
            <a:solidFill>
              <a:srgbClr val="E0CFAB"/>
            </a:solidFill>
            <a:ln>
              <a:noFill/>
            </a:ln>
          </p:spPr>
        </p:sp>
        <p:sp>
          <p:nvSpPr>
            <p:cNvPr id="119" name="Google Shape;119;p4"/>
            <p:cNvSpPr/>
            <p:nvPr/>
          </p:nvSpPr>
          <p:spPr>
            <a:xfrm>
              <a:off x="-215" y="0"/>
              <a:ext cx="12486475" cy="8399281"/>
            </a:xfrm>
            <a:custGeom>
              <a:rect b="b" l="l" r="r" t="t"/>
              <a:pathLst>
                <a:path extrusionOk="0" h="8399281" w="12486475">
                  <a:moveTo>
                    <a:pt x="12453455" y="21590"/>
                  </a:moveTo>
                  <a:cubicBezTo>
                    <a:pt x="12454725" y="34290"/>
                    <a:pt x="12454725" y="44450"/>
                    <a:pt x="12455995" y="54610"/>
                  </a:cubicBezTo>
                  <a:cubicBezTo>
                    <a:pt x="12458535" y="192364"/>
                    <a:pt x="12459805" y="377776"/>
                    <a:pt x="12462345" y="556567"/>
                  </a:cubicBezTo>
                  <a:cubicBezTo>
                    <a:pt x="12462345" y="814820"/>
                    <a:pt x="12475045" y="5907046"/>
                    <a:pt x="12481395" y="6165299"/>
                  </a:cubicBezTo>
                  <a:cubicBezTo>
                    <a:pt x="12487745" y="6555990"/>
                    <a:pt x="12483935" y="6953303"/>
                    <a:pt x="12483935" y="7343994"/>
                  </a:cubicBezTo>
                  <a:cubicBezTo>
                    <a:pt x="12483935" y="7688331"/>
                    <a:pt x="12485205" y="8006181"/>
                    <a:pt x="12486475" y="8339027"/>
                  </a:cubicBezTo>
                  <a:cubicBezTo>
                    <a:pt x="12486475" y="8360617"/>
                    <a:pt x="12486475" y="8374586"/>
                    <a:pt x="12486475" y="8398717"/>
                  </a:cubicBezTo>
                  <a:cubicBezTo>
                    <a:pt x="12463615" y="8398717"/>
                    <a:pt x="12443295" y="8399986"/>
                    <a:pt x="12388021" y="8398717"/>
                  </a:cubicBezTo>
                  <a:cubicBezTo>
                    <a:pt x="11749935" y="8393636"/>
                    <a:pt x="11102033" y="8399986"/>
                    <a:pt x="10463949" y="8394907"/>
                  </a:cubicBezTo>
                  <a:cubicBezTo>
                    <a:pt x="10081098" y="8391097"/>
                    <a:pt x="9708064" y="8393636"/>
                    <a:pt x="9325213" y="8391097"/>
                  </a:cubicBezTo>
                  <a:cubicBezTo>
                    <a:pt x="9148512" y="8389827"/>
                    <a:pt x="8971812" y="8388557"/>
                    <a:pt x="8795112" y="8387286"/>
                  </a:cubicBezTo>
                  <a:cubicBezTo>
                    <a:pt x="8687128" y="8387286"/>
                    <a:pt x="8588961" y="8388557"/>
                    <a:pt x="8480977" y="8388557"/>
                  </a:cubicBezTo>
                  <a:cubicBezTo>
                    <a:pt x="8206111" y="8387286"/>
                    <a:pt x="7450225" y="8388557"/>
                    <a:pt x="7175358" y="8387286"/>
                  </a:cubicBezTo>
                  <a:cubicBezTo>
                    <a:pt x="6979025" y="8386017"/>
                    <a:pt x="3052349" y="8394907"/>
                    <a:pt x="2856015" y="8393636"/>
                  </a:cubicBezTo>
                  <a:cubicBezTo>
                    <a:pt x="2806932" y="8393636"/>
                    <a:pt x="2748032" y="8394907"/>
                    <a:pt x="2698948" y="8394907"/>
                  </a:cubicBezTo>
                  <a:cubicBezTo>
                    <a:pt x="2581148" y="8394907"/>
                    <a:pt x="2473164" y="8396177"/>
                    <a:pt x="2355364" y="8396177"/>
                  </a:cubicBezTo>
                  <a:cubicBezTo>
                    <a:pt x="2060864" y="8396177"/>
                    <a:pt x="1776179" y="8394907"/>
                    <a:pt x="1481679" y="8393636"/>
                  </a:cubicBezTo>
                  <a:cubicBezTo>
                    <a:pt x="1304979" y="8392367"/>
                    <a:pt x="1128278" y="8391097"/>
                    <a:pt x="961394" y="8389827"/>
                  </a:cubicBezTo>
                  <a:cubicBezTo>
                    <a:pt x="647260" y="8388557"/>
                    <a:pt x="333126" y="8387286"/>
                    <a:pt x="44665" y="8387286"/>
                  </a:cubicBezTo>
                  <a:cubicBezTo>
                    <a:pt x="34505" y="8387286"/>
                    <a:pt x="25615" y="8387286"/>
                    <a:pt x="15455" y="8386017"/>
                  </a:cubicBezTo>
                  <a:cubicBezTo>
                    <a:pt x="6565" y="8384747"/>
                    <a:pt x="1485" y="8378397"/>
                    <a:pt x="4025" y="8369507"/>
                  </a:cubicBezTo>
                  <a:cubicBezTo>
                    <a:pt x="12915" y="8337276"/>
                    <a:pt x="9105" y="8171729"/>
                    <a:pt x="7835" y="7999560"/>
                  </a:cubicBezTo>
                  <a:cubicBezTo>
                    <a:pt x="6565" y="7648601"/>
                    <a:pt x="2755" y="7304262"/>
                    <a:pt x="4025" y="6953303"/>
                  </a:cubicBezTo>
                  <a:cubicBezTo>
                    <a:pt x="1485" y="6516259"/>
                    <a:pt x="-3595" y="1106183"/>
                    <a:pt x="4025" y="662517"/>
                  </a:cubicBezTo>
                  <a:cubicBezTo>
                    <a:pt x="5295" y="576432"/>
                    <a:pt x="4025" y="483726"/>
                    <a:pt x="5295" y="397642"/>
                  </a:cubicBezTo>
                  <a:cubicBezTo>
                    <a:pt x="6565" y="258582"/>
                    <a:pt x="9105" y="106279"/>
                    <a:pt x="10375" y="44450"/>
                  </a:cubicBezTo>
                  <a:cubicBezTo>
                    <a:pt x="10375" y="41910"/>
                    <a:pt x="11645" y="39370"/>
                    <a:pt x="12915" y="38100"/>
                  </a:cubicBezTo>
                  <a:cubicBezTo>
                    <a:pt x="34505" y="35560"/>
                    <a:pt x="87709" y="30480"/>
                    <a:pt x="244776" y="29210"/>
                  </a:cubicBezTo>
                  <a:cubicBezTo>
                    <a:pt x="509827" y="25400"/>
                    <a:pt x="774877" y="22860"/>
                    <a:pt x="1049745" y="20320"/>
                  </a:cubicBezTo>
                  <a:cubicBezTo>
                    <a:pt x="1236262" y="17780"/>
                    <a:pt x="1422779" y="16510"/>
                    <a:pt x="1599479" y="13970"/>
                  </a:cubicBezTo>
                  <a:cubicBezTo>
                    <a:pt x="1776180" y="11430"/>
                    <a:pt x="1962697" y="8890"/>
                    <a:pt x="2139397" y="8890"/>
                  </a:cubicBezTo>
                  <a:cubicBezTo>
                    <a:pt x="2335731" y="7620"/>
                    <a:pt x="2532065" y="10160"/>
                    <a:pt x="2728398" y="8890"/>
                  </a:cubicBezTo>
                  <a:cubicBezTo>
                    <a:pt x="2973816" y="8890"/>
                    <a:pt x="7420775" y="6350"/>
                    <a:pt x="7666193" y="5080"/>
                  </a:cubicBezTo>
                  <a:cubicBezTo>
                    <a:pt x="7901793" y="3810"/>
                    <a:pt x="8137394" y="2540"/>
                    <a:pt x="8382811" y="2540"/>
                  </a:cubicBezTo>
                  <a:cubicBezTo>
                    <a:pt x="8785295" y="1270"/>
                    <a:pt x="9177963" y="0"/>
                    <a:pt x="9580447" y="0"/>
                  </a:cubicBezTo>
                  <a:cubicBezTo>
                    <a:pt x="9747331" y="0"/>
                    <a:pt x="9924031" y="2540"/>
                    <a:pt x="10090915" y="2540"/>
                  </a:cubicBezTo>
                  <a:cubicBezTo>
                    <a:pt x="10552300" y="3810"/>
                    <a:pt x="11023500" y="5080"/>
                    <a:pt x="11484885" y="7620"/>
                  </a:cubicBezTo>
                  <a:cubicBezTo>
                    <a:pt x="11730302" y="8890"/>
                    <a:pt x="11975719" y="12700"/>
                    <a:pt x="12221136" y="16510"/>
                  </a:cubicBezTo>
                  <a:cubicBezTo>
                    <a:pt x="12280036" y="16510"/>
                    <a:pt x="12338937" y="16510"/>
                    <a:pt x="12388021" y="16510"/>
                  </a:cubicBezTo>
                  <a:cubicBezTo>
                    <a:pt x="12434405" y="17780"/>
                    <a:pt x="12443295" y="20320"/>
                    <a:pt x="12453455" y="21590"/>
                  </a:cubicBezTo>
                  <a:close/>
                  <a:moveTo>
                    <a:pt x="12463615" y="8382207"/>
                  </a:moveTo>
                  <a:cubicBezTo>
                    <a:pt x="12464885" y="8365697"/>
                    <a:pt x="12466155" y="8352997"/>
                    <a:pt x="12466155" y="8340297"/>
                  </a:cubicBezTo>
                  <a:cubicBezTo>
                    <a:pt x="12464885" y="7973072"/>
                    <a:pt x="12463615" y="7622113"/>
                    <a:pt x="12463615" y="7244666"/>
                  </a:cubicBezTo>
                  <a:cubicBezTo>
                    <a:pt x="12463615" y="7072497"/>
                    <a:pt x="12466155" y="6900328"/>
                    <a:pt x="12464885" y="6728159"/>
                  </a:cubicBezTo>
                  <a:cubicBezTo>
                    <a:pt x="12464885" y="6569234"/>
                    <a:pt x="12463615" y="6403687"/>
                    <a:pt x="12462345" y="6244762"/>
                  </a:cubicBezTo>
                  <a:cubicBezTo>
                    <a:pt x="12457265" y="5999752"/>
                    <a:pt x="12445835" y="927392"/>
                    <a:pt x="12445835" y="682383"/>
                  </a:cubicBezTo>
                  <a:cubicBezTo>
                    <a:pt x="12443295" y="477104"/>
                    <a:pt x="12440755" y="265204"/>
                    <a:pt x="12438215" y="63500"/>
                  </a:cubicBezTo>
                  <a:cubicBezTo>
                    <a:pt x="12436945" y="44450"/>
                    <a:pt x="12435675" y="43180"/>
                    <a:pt x="12358570" y="41910"/>
                  </a:cubicBezTo>
                  <a:cubicBezTo>
                    <a:pt x="12329120" y="41910"/>
                    <a:pt x="12309487" y="41910"/>
                    <a:pt x="12280036" y="40640"/>
                  </a:cubicBezTo>
                  <a:cubicBezTo>
                    <a:pt x="12034620" y="36830"/>
                    <a:pt x="11779385" y="31750"/>
                    <a:pt x="11533968" y="30480"/>
                  </a:cubicBezTo>
                  <a:cubicBezTo>
                    <a:pt x="10935151" y="26670"/>
                    <a:pt x="10326516" y="25400"/>
                    <a:pt x="9727698" y="22860"/>
                  </a:cubicBezTo>
                  <a:cubicBezTo>
                    <a:pt x="9639348" y="22860"/>
                    <a:pt x="9541181" y="22860"/>
                    <a:pt x="9452830" y="22860"/>
                  </a:cubicBezTo>
                  <a:cubicBezTo>
                    <a:pt x="9305580" y="22860"/>
                    <a:pt x="9158330" y="22860"/>
                    <a:pt x="9020896" y="22860"/>
                  </a:cubicBezTo>
                  <a:cubicBezTo>
                    <a:pt x="8706763" y="22860"/>
                    <a:pt x="8392628" y="22860"/>
                    <a:pt x="8088310" y="24130"/>
                  </a:cubicBezTo>
                  <a:cubicBezTo>
                    <a:pt x="7823260" y="25400"/>
                    <a:pt x="3356666" y="29210"/>
                    <a:pt x="3091616" y="29210"/>
                  </a:cubicBezTo>
                  <a:cubicBezTo>
                    <a:pt x="2659682" y="29210"/>
                    <a:pt x="2227748" y="26670"/>
                    <a:pt x="1795813" y="33020"/>
                  </a:cubicBezTo>
                  <a:cubicBezTo>
                    <a:pt x="1570029" y="36830"/>
                    <a:pt x="1354062" y="36830"/>
                    <a:pt x="1138095" y="38100"/>
                  </a:cubicBezTo>
                  <a:cubicBezTo>
                    <a:pt x="765061" y="41910"/>
                    <a:pt x="392027" y="45720"/>
                    <a:pt x="45935" y="50800"/>
                  </a:cubicBezTo>
                  <a:cubicBezTo>
                    <a:pt x="33235" y="50800"/>
                    <a:pt x="30695" y="53340"/>
                    <a:pt x="29425" y="86413"/>
                  </a:cubicBezTo>
                  <a:cubicBezTo>
                    <a:pt x="28155" y="205607"/>
                    <a:pt x="28155" y="324801"/>
                    <a:pt x="26885" y="443995"/>
                  </a:cubicBezTo>
                  <a:cubicBezTo>
                    <a:pt x="25615" y="642651"/>
                    <a:pt x="23075" y="834686"/>
                    <a:pt x="21805" y="1033342"/>
                  </a:cubicBezTo>
                  <a:cubicBezTo>
                    <a:pt x="16725" y="1245242"/>
                    <a:pt x="23075" y="6423552"/>
                    <a:pt x="25615" y="6635452"/>
                  </a:cubicBezTo>
                  <a:cubicBezTo>
                    <a:pt x="25615" y="6860597"/>
                    <a:pt x="25615" y="7092362"/>
                    <a:pt x="26885" y="7317506"/>
                  </a:cubicBezTo>
                  <a:cubicBezTo>
                    <a:pt x="26885" y="7483053"/>
                    <a:pt x="29425" y="7648601"/>
                    <a:pt x="29425" y="7814147"/>
                  </a:cubicBezTo>
                  <a:cubicBezTo>
                    <a:pt x="29425" y="7992938"/>
                    <a:pt x="29425" y="8171729"/>
                    <a:pt x="28155" y="8340297"/>
                  </a:cubicBezTo>
                  <a:cubicBezTo>
                    <a:pt x="28155" y="8344107"/>
                    <a:pt x="28155" y="8346647"/>
                    <a:pt x="28155" y="8350457"/>
                  </a:cubicBezTo>
                  <a:cubicBezTo>
                    <a:pt x="28155" y="8360617"/>
                    <a:pt x="31965" y="8364427"/>
                    <a:pt x="40855" y="8364427"/>
                  </a:cubicBezTo>
                  <a:cubicBezTo>
                    <a:pt x="107343" y="8364427"/>
                    <a:pt x="244776" y="8365697"/>
                    <a:pt x="372393" y="8365697"/>
                  </a:cubicBezTo>
                  <a:cubicBezTo>
                    <a:pt x="558910" y="8365697"/>
                    <a:pt x="755244" y="8363157"/>
                    <a:pt x="941761" y="8365697"/>
                  </a:cubicBezTo>
                  <a:cubicBezTo>
                    <a:pt x="1246079" y="8369507"/>
                    <a:pt x="1550396" y="8372047"/>
                    <a:pt x="1854713" y="8370777"/>
                  </a:cubicBezTo>
                  <a:cubicBezTo>
                    <a:pt x="2051047" y="8369507"/>
                    <a:pt x="2237564" y="8372047"/>
                    <a:pt x="2433898" y="8372047"/>
                  </a:cubicBezTo>
                  <a:cubicBezTo>
                    <a:pt x="2718582" y="8372047"/>
                    <a:pt x="3003266" y="8370777"/>
                    <a:pt x="3287950" y="8372047"/>
                  </a:cubicBezTo>
                  <a:cubicBezTo>
                    <a:pt x="3710067" y="8373317"/>
                    <a:pt x="8343544" y="8363157"/>
                    <a:pt x="8775479" y="8365697"/>
                  </a:cubicBezTo>
                  <a:cubicBezTo>
                    <a:pt x="8961996" y="8366967"/>
                    <a:pt x="9148512" y="8368236"/>
                    <a:pt x="9325213" y="8368236"/>
                  </a:cubicBezTo>
                  <a:cubicBezTo>
                    <a:pt x="9649164" y="8370777"/>
                    <a:pt x="9963298" y="8366967"/>
                    <a:pt x="10287249" y="8370777"/>
                  </a:cubicBezTo>
                  <a:cubicBezTo>
                    <a:pt x="10552300" y="8373317"/>
                    <a:pt x="10817349" y="8373317"/>
                    <a:pt x="11082401" y="8375857"/>
                  </a:cubicBezTo>
                  <a:cubicBezTo>
                    <a:pt x="11475068" y="8379667"/>
                    <a:pt x="11867736" y="8382207"/>
                    <a:pt x="12260403" y="8383477"/>
                  </a:cubicBezTo>
                  <a:cubicBezTo>
                    <a:pt x="12407654" y="8383477"/>
                    <a:pt x="12443295" y="8382207"/>
                    <a:pt x="12463615" y="8382207"/>
                  </a:cubicBezTo>
                  <a:close/>
                </a:path>
              </a:pathLst>
            </a:custGeom>
            <a:solidFill>
              <a:srgbClr val="E5D6B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20" name="Google Shape;120;p4"/>
          <p:cNvCxnSpPr/>
          <p:nvPr/>
        </p:nvCxnSpPr>
        <p:spPr>
          <a:xfrm>
            <a:off x="12458279" y="9434241"/>
            <a:ext cx="4801021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1" name="Google Shape;121;p4"/>
          <p:cNvGrpSpPr/>
          <p:nvPr/>
        </p:nvGrpSpPr>
        <p:grpSpPr>
          <a:xfrm>
            <a:off x="12458196" y="1078405"/>
            <a:ext cx="4801592" cy="3229888"/>
            <a:chOff x="-215" y="0"/>
            <a:chExt cx="12486475" cy="8399281"/>
          </a:xfrm>
        </p:grpSpPr>
        <p:sp>
          <p:nvSpPr>
            <p:cNvPr id="122" name="Google Shape;122;p4"/>
            <p:cNvSpPr/>
            <p:nvPr/>
          </p:nvSpPr>
          <p:spPr>
            <a:xfrm>
              <a:off x="10160" y="16510"/>
              <a:ext cx="12462130" cy="8373317"/>
            </a:xfrm>
            <a:custGeom>
              <a:rect b="b" l="l" r="r" t="t"/>
              <a:pathLst>
                <a:path extrusionOk="0" h="8373317" w="12462130">
                  <a:moveTo>
                    <a:pt x="12462130" y="8373317"/>
                  </a:moveTo>
                  <a:lnTo>
                    <a:pt x="0" y="8365697"/>
                  </a:lnTo>
                  <a:lnTo>
                    <a:pt x="0" y="2917312"/>
                  </a:lnTo>
                  <a:lnTo>
                    <a:pt x="17780" y="19050"/>
                  </a:lnTo>
                  <a:lnTo>
                    <a:pt x="6212765" y="0"/>
                  </a:lnTo>
                  <a:lnTo>
                    <a:pt x="12443080" y="5080"/>
                  </a:lnTo>
                  <a:close/>
                </a:path>
              </a:pathLst>
            </a:custGeom>
            <a:solidFill>
              <a:srgbClr val="0A1F44"/>
            </a:solidFill>
            <a:ln>
              <a:noFill/>
            </a:ln>
          </p:spPr>
        </p:sp>
        <p:sp>
          <p:nvSpPr>
            <p:cNvPr id="123" name="Google Shape;123;p4"/>
            <p:cNvSpPr/>
            <p:nvPr/>
          </p:nvSpPr>
          <p:spPr>
            <a:xfrm>
              <a:off x="-215" y="0"/>
              <a:ext cx="12486475" cy="8399281"/>
            </a:xfrm>
            <a:custGeom>
              <a:rect b="b" l="l" r="r" t="t"/>
              <a:pathLst>
                <a:path extrusionOk="0" h="8399281" w="12486475">
                  <a:moveTo>
                    <a:pt x="12453455" y="21590"/>
                  </a:moveTo>
                  <a:cubicBezTo>
                    <a:pt x="12454725" y="34290"/>
                    <a:pt x="12454725" y="44450"/>
                    <a:pt x="12455995" y="54610"/>
                  </a:cubicBezTo>
                  <a:cubicBezTo>
                    <a:pt x="12458535" y="192364"/>
                    <a:pt x="12459805" y="377776"/>
                    <a:pt x="12462345" y="556567"/>
                  </a:cubicBezTo>
                  <a:cubicBezTo>
                    <a:pt x="12462345" y="814820"/>
                    <a:pt x="12475045" y="5907046"/>
                    <a:pt x="12481395" y="6165299"/>
                  </a:cubicBezTo>
                  <a:cubicBezTo>
                    <a:pt x="12487745" y="6555990"/>
                    <a:pt x="12483935" y="6953303"/>
                    <a:pt x="12483935" y="7343994"/>
                  </a:cubicBezTo>
                  <a:cubicBezTo>
                    <a:pt x="12483935" y="7688331"/>
                    <a:pt x="12485205" y="8006181"/>
                    <a:pt x="12486475" y="8339027"/>
                  </a:cubicBezTo>
                  <a:cubicBezTo>
                    <a:pt x="12486475" y="8360617"/>
                    <a:pt x="12486475" y="8374586"/>
                    <a:pt x="12486475" y="8398717"/>
                  </a:cubicBezTo>
                  <a:cubicBezTo>
                    <a:pt x="12463615" y="8398717"/>
                    <a:pt x="12443295" y="8399986"/>
                    <a:pt x="12388021" y="8398717"/>
                  </a:cubicBezTo>
                  <a:cubicBezTo>
                    <a:pt x="11749935" y="8393636"/>
                    <a:pt x="11102033" y="8399986"/>
                    <a:pt x="10463949" y="8394907"/>
                  </a:cubicBezTo>
                  <a:cubicBezTo>
                    <a:pt x="10081098" y="8391097"/>
                    <a:pt x="9708064" y="8393636"/>
                    <a:pt x="9325213" y="8391097"/>
                  </a:cubicBezTo>
                  <a:cubicBezTo>
                    <a:pt x="9148512" y="8389827"/>
                    <a:pt x="8971812" y="8388557"/>
                    <a:pt x="8795112" y="8387286"/>
                  </a:cubicBezTo>
                  <a:cubicBezTo>
                    <a:pt x="8687128" y="8387286"/>
                    <a:pt x="8588961" y="8388557"/>
                    <a:pt x="8480977" y="8388557"/>
                  </a:cubicBezTo>
                  <a:cubicBezTo>
                    <a:pt x="8206111" y="8387286"/>
                    <a:pt x="7450225" y="8388557"/>
                    <a:pt x="7175358" y="8387286"/>
                  </a:cubicBezTo>
                  <a:cubicBezTo>
                    <a:pt x="6979025" y="8386017"/>
                    <a:pt x="3052349" y="8394907"/>
                    <a:pt x="2856015" y="8393636"/>
                  </a:cubicBezTo>
                  <a:cubicBezTo>
                    <a:pt x="2806932" y="8393636"/>
                    <a:pt x="2748032" y="8394907"/>
                    <a:pt x="2698948" y="8394907"/>
                  </a:cubicBezTo>
                  <a:cubicBezTo>
                    <a:pt x="2581148" y="8394907"/>
                    <a:pt x="2473164" y="8396177"/>
                    <a:pt x="2355364" y="8396177"/>
                  </a:cubicBezTo>
                  <a:cubicBezTo>
                    <a:pt x="2060864" y="8396177"/>
                    <a:pt x="1776179" y="8394907"/>
                    <a:pt x="1481679" y="8393636"/>
                  </a:cubicBezTo>
                  <a:cubicBezTo>
                    <a:pt x="1304979" y="8392367"/>
                    <a:pt x="1128278" y="8391097"/>
                    <a:pt x="961394" y="8389827"/>
                  </a:cubicBezTo>
                  <a:cubicBezTo>
                    <a:pt x="647260" y="8388557"/>
                    <a:pt x="333126" y="8387286"/>
                    <a:pt x="44665" y="8387286"/>
                  </a:cubicBezTo>
                  <a:cubicBezTo>
                    <a:pt x="34505" y="8387286"/>
                    <a:pt x="25615" y="8387286"/>
                    <a:pt x="15455" y="8386017"/>
                  </a:cubicBezTo>
                  <a:cubicBezTo>
                    <a:pt x="6565" y="8384747"/>
                    <a:pt x="1485" y="8378397"/>
                    <a:pt x="4025" y="8369507"/>
                  </a:cubicBezTo>
                  <a:cubicBezTo>
                    <a:pt x="12915" y="8337276"/>
                    <a:pt x="9105" y="8171729"/>
                    <a:pt x="7835" y="7999560"/>
                  </a:cubicBezTo>
                  <a:cubicBezTo>
                    <a:pt x="6565" y="7648601"/>
                    <a:pt x="2755" y="7304262"/>
                    <a:pt x="4025" y="6953303"/>
                  </a:cubicBezTo>
                  <a:cubicBezTo>
                    <a:pt x="1485" y="6516259"/>
                    <a:pt x="-3595" y="1106183"/>
                    <a:pt x="4025" y="662517"/>
                  </a:cubicBezTo>
                  <a:cubicBezTo>
                    <a:pt x="5295" y="576432"/>
                    <a:pt x="4025" y="483726"/>
                    <a:pt x="5295" y="397642"/>
                  </a:cubicBezTo>
                  <a:cubicBezTo>
                    <a:pt x="6565" y="258582"/>
                    <a:pt x="9105" y="106279"/>
                    <a:pt x="10375" y="44450"/>
                  </a:cubicBezTo>
                  <a:cubicBezTo>
                    <a:pt x="10375" y="41910"/>
                    <a:pt x="11645" y="39370"/>
                    <a:pt x="12915" y="38100"/>
                  </a:cubicBezTo>
                  <a:cubicBezTo>
                    <a:pt x="34505" y="35560"/>
                    <a:pt x="87709" y="30480"/>
                    <a:pt x="244776" y="29210"/>
                  </a:cubicBezTo>
                  <a:cubicBezTo>
                    <a:pt x="509827" y="25400"/>
                    <a:pt x="774877" y="22860"/>
                    <a:pt x="1049745" y="20320"/>
                  </a:cubicBezTo>
                  <a:cubicBezTo>
                    <a:pt x="1236262" y="17780"/>
                    <a:pt x="1422779" y="16510"/>
                    <a:pt x="1599479" y="13970"/>
                  </a:cubicBezTo>
                  <a:cubicBezTo>
                    <a:pt x="1776180" y="11430"/>
                    <a:pt x="1962697" y="8890"/>
                    <a:pt x="2139397" y="8890"/>
                  </a:cubicBezTo>
                  <a:cubicBezTo>
                    <a:pt x="2335731" y="7620"/>
                    <a:pt x="2532065" y="10160"/>
                    <a:pt x="2728398" y="8890"/>
                  </a:cubicBezTo>
                  <a:cubicBezTo>
                    <a:pt x="2973816" y="8890"/>
                    <a:pt x="7420775" y="6350"/>
                    <a:pt x="7666193" y="5080"/>
                  </a:cubicBezTo>
                  <a:cubicBezTo>
                    <a:pt x="7901793" y="3810"/>
                    <a:pt x="8137394" y="2540"/>
                    <a:pt x="8382811" y="2540"/>
                  </a:cubicBezTo>
                  <a:cubicBezTo>
                    <a:pt x="8785295" y="1270"/>
                    <a:pt x="9177963" y="0"/>
                    <a:pt x="9580447" y="0"/>
                  </a:cubicBezTo>
                  <a:cubicBezTo>
                    <a:pt x="9747331" y="0"/>
                    <a:pt x="9924031" y="2540"/>
                    <a:pt x="10090915" y="2540"/>
                  </a:cubicBezTo>
                  <a:cubicBezTo>
                    <a:pt x="10552300" y="3810"/>
                    <a:pt x="11023500" y="5080"/>
                    <a:pt x="11484885" y="7620"/>
                  </a:cubicBezTo>
                  <a:cubicBezTo>
                    <a:pt x="11730302" y="8890"/>
                    <a:pt x="11975719" y="12700"/>
                    <a:pt x="12221136" y="16510"/>
                  </a:cubicBezTo>
                  <a:cubicBezTo>
                    <a:pt x="12280036" y="16510"/>
                    <a:pt x="12338937" y="16510"/>
                    <a:pt x="12388021" y="16510"/>
                  </a:cubicBezTo>
                  <a:cubicBezTo>
                    <a:pt x="12434405" y="17780"/>
                    <a:pt x="12443295" y="20320"/>
                    <a:pt x="12453455" y="21590"/>
                  </a:cubicBezTo>
                  <a:close/>
                  <a:moveTo>
                    <a:pt x="12463615" y="8382207"/>
                  </a:moveTo>
                  <a:cubicBezTo>
                    <a:pt x="12464885" y="8365697"/>
                    <a:pt x="12466155" y="8352997"/>
                    <a:pt x="12466155" y="8340297"/>
                  </a:cubicBezTo>
                  <a:cubicBezTo>
                    <a:pt x="12464885" y="7973072"/>
                    <a:pt x="12463615" y="7622113"/>
                    <a:pt x="12463615" y="7244666"/>
                  </a:cubicBezTo>
                  <a:cubicBezTo>
                    <a:pt x="12463615" y="7072497"/>
                    <a:pt x="12466155" y="6900328"/>
                    <a:pt x="12464885" y="6728159"/>
                  </a:cubicBezTo>
                  <a:cubicBezTo>
                    <a:pt x="12464885" y="6569234"/>
                    <a:pt x="12463615" y="6403687"/>
                    <a:pt x="12462345" y="6244762"/>
                  </a:cubicBezTo>
                  <a:cubicBezTo>
                    <a:pt x="12457265" y="5999752"/>
                    <a:pt x="12445835" y="927392"/>
                    <a:pt x="12445835" y="682383"/>
                  </a:cubicBezTo>
                  <a:cubicBezTo>
                    <a:pt x="12443295" y="477104"/>
                    <a:pt x="12440755" y="265204"/>
                    <a:pt x="12438215" y="63500"/>
                  </a:cubicBezTo>
                  <a:cubicBezTo>
                    <a:pt x="12436945" y="44450"/>
                    <a:pt x="12435675" y="43180"/>
                    <a:pt x="12358570" y="41910"/>
                  </a:cubicBezTo>
                  <a:cubicBezTo>
                    <a:pt x="12329120" y="41910"/>
                    <a:pt x="12309487" y="41910"/>
                    <a:pt x="12280036" y="40640"/>
                  </a:cubicBezTo>
                  <a:cubicBezTo>
                    <a:pt x="12034620" y="36830"/>
                    <a:pt x="11779385" y="31750"/>
                    <a:pt x="11533968" y="30480"/>
                  </a:cubicBezTo>
                  <a:cubicBezTo>
                    <a:pt x="10935151" y="26670"/>
                    <a:pt x="10326516" y="25400"/>
                    <a:pt x="9727698" y="22860"/>
                  </a:cubicBezTo>
                  <a:cubicBezTo>
                    <a:pt x="9639348" y="22860"/>
                    <a:pt x="9541181" y="22860"/>
                    <a:pt x="9452830" y="22860"/>
                  </a:cubicBezTo>
                  <a:cubicBezTo>
                    <a:pt x="9305580" y="22860"/>
                    <a:pt x="9158330" y="22860"/>
                    <a:pt x="9020896" y="22860"/>
                  </a:cubicBezTo>
                  <a:cubicBezTo>
                    <a:pt x="8706763" y="22860"/>
                    <a:pt x="8392628" y="22860"/>
                    <a:pt x="8088310" y="24130"/>
                  </a:cubicBezTo>
                  <a:cubicBezTo>
                    <a:pt x="7823260" y="25400"/>
                    <a:pt x="3356666" y="29210"/>
                    <a:pt x="3091616" y="29210"/>
                  </a:cubicBezTo>
                  <a:cubicBezTo>
                    <a:pt x="2659682" y="29210"/>
                    <a:pt x="2227748" y="26670"/>
                    <a:pt x="1795813" y="33020"/>
                  </a:cubicBezTo>
                  <a:cubicBezTo>
                    <a:pt x="1570029" y="36830"/>
                    <a:pt x="1354062" y="36830"/>
                    <a:pt x="1138095" y="38100"/>
                  </a:cubicBezTo>
                  <a:cubicBezTo>
                    <a:pt x="765061" y="41910"/>
                    <a:pt x="392027" y="45720"/>
                    <a:pt x="45935" y="50800"/>
                  </a:cubicBezTo>
                  <a:cubicBezTo>
                    <a:pt x="33235" y="50800"/>
                    <a:pt x="30695" y="53340"/>
                    <a:pt x="29425" y="86413"/>
                  </a:cubicBezTo>
                  <a:cubicBezTo>
                    <a:pt x="28155" y="205607"/>
                    <a:pt x="28155" y="324801"/>
                    <a:pt x="26885" y="443995"/>
                  </a:cubicBezTo>
                  <a:cubicBezTo>
                    <a:pt x="25615" y="642651"/>
                    <a:pt x="23075" y="834686"/>
                    <a:pt x="21805" y="1033342"/>
                  </a:cubicBezTo>
                  <a:cubicBezTo>
                    <a:pt x="16725" y="1245242"/>
                    <a:pt x="23075" y="6423552"/>
                    <a:pt x="25615" y="6635452"/>
                  </a:cubicBezTo>
                  <a:cubicBezTo>
                    <a:pt x="25615" y="6860597"/>
                    <a:pt x="25615" y="7092362"/>
                    <a:pt x="26885" y="7317506"/>
                  </a:cubicBezTo>
                  <a:cubicBezTo>
                    <a:pt x="26885" y="7483053"/>
                    <a:pt x="29425" y="7648601"/>
                    <a:pt x="29425" y="7814147"/>
                  </a:cubicBezTo>
                  <a:cubicBezTo>
                    <a:pt x="29425" y="7992938"/>
                    <a:pt x="29425" y="8171729"/>
                    <a:pt x="28155" y="8340297"/>
                  </a:cubicBezTo>
                  <a:cubicBezTo>
                    <a:pt x="28155" y="8344107"/>
                    <a:pt x="28155" y="8346647"/>
                    <a:pt x="28155" y="8350457"/>
                  </a:cubicBezTo>
                  <a:cubicBezTo>
                    <a:pt x="28155" y="8360617"/>
                    <a:pt x="31965" y="8364427"/>
                    <a:pt x="40855" y="8364427"/>
                  </a:cubicBezTo>
                  <a:cubicBezTo>
                    <a:pt x="107343" y="8364427"/>
                    <a:pt x="244776" y="8365697"/>
                    <a:pt x="372393" y="8365697"/>
                  </a:cubicBezTo>
                  <a:cubicBezTo>
                    <a:pt x="558910" y="8365697"/>
                    <a:pt x="755244" y="8363157"/>
                    <a:pt x="941761" y="8365697"/>
                  </a:cubicBezTo>
                  <a:cubicBezTo>
                    <a:pt x="1246079" y="8369507"/>
                    <a:pt x="1550396" y="8372047"/>
                    <a:pt x="1854713" y="8370777"/>
                  </a:cubicBezTo>
                  <a:cubicBezTo>
                    <a:pt x="2051047" y="8369507"/>
                    <a:pt x="2237564" y="8372047"/>
                    <a:pt x="2433898" y="8372047"/>
                  </a:cubicBezTo>
                  <a:cubicBezTo>
                    <a:pt x="2718582" y="8372047"/>
                    <a:pt x="3003266" y="8370777"/>
                    <a:pt x="3287950" y="8372047"/>
                  </a:cubicBezTo>
                  <a:cubicBezTo>
                    <a:pt x="3710067" y="8373317"/>
                    <a:pt x="8343544" y="8363157"/>
                    <a:pt x="8775479" y="8365697"/>
                  </a:cubicBezTo>
                  <a:cubicBezTo>
                    <a:pt x="8961996" y="8366967"/>
                    <a:pt x="9148512" y="8368236"/>
                    <a:pt x="9325213" y="8368236"/>
                  </a:cubicBezTo>
                  <a:cubicBezTo>
                    <a:pt x="9649164" y="8370777"/>
                    <a:pt x="9963298" y="8366967"/>
                    <a:pt x="10287249" y="8370777"/>
                  </a:cubicBezTo>
                  <a:cubicBezTo>
                    <a:pt x="10552300" y="8373317"/>
                    <a:pt x="10817349" y="8373317"/>
                    <a:pt x="11082401" y="8375857"/>
                  </a:cubicBezTo>
                  <a:cubicBezTo>
                    <a:pt x="11475068" y="8379667"/>
                    <a:pt x="11867736" y="8382207"/>
                    <a:pt x="12260403" y="8383477"/>
                  </a:cubicBezTo>
                  <a:cubicBezTo>
                    <a:pt x="12407654" y="8383477"/>
                    <a:pt x="12443295" y="8382207"/>
                    <a:pt x="12463615" y="8382207"/>
                  </a:cubicBezTo>
                  <a:close/>
                </a:path>
              </a:pathLst>
            </a:custGeom>
            <a:solidFill>
              <a:srgbClr val="9D999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24" name="Google Shape;124;p4"/>
          <p:cNvCxnSpPr/>
          <p:nvPr/>
        </p:nvCxnSpPr>
        <p:spPr>
          <a:xfrm>
            <a:off x="12458279" y="4941859"/>
            <a:ext cx="4801021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5" name="Google Shape;125;p4"/>
          <p:cNvSpPr txBox="1"/>
          <p:nvPr/>
        </p:nvSpPr>
        <p:spPr>
          <a:xfrm>
            <a:off x="6750433" y="4477809"/>
            <a:ext cx="4801021" cy="338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28" u="none" cap="none" strike="noStrike">
                <a:solidFill>
                  <a:srgbClr val="0011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091B2A</a:t>
            </a:r>
            <a:endParaRPr/>
          </a:p>
        </p:txBody>
      </p:sp>
      <p:sp>
        <p:nvSpPr>
          <p:cNvPr id="126" name="Google Shape;126;p4"/>
          <p:cNvSpPr txBox="1"/>
          <p:nvPr/>
        </p:nvSpPr>
        <p:spPr>
          <a:xfrm>
            <a:off x="6750433" y="8970190"/>
            <a:ext cx="4801021" cy="338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28" u="none" cap="none" strike="noStrike">
                <a:solidFill>
                  <a:srgbClr val="0011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C1A45D</a:t>
            </a:r>
            <a:endParaRPr/>
          </a:p>
        </p:txBody>
      </p:sp>
      <p:sp>
        <p:nvSpPr>
          <p:cNvPr id="127" name="Google Shape;127;p4"/>
          <p:cNvSpPr txBox="1"/>
          <p:nvPr/>
        </p:nvSpPr>
        <p:spPr>
          <a:xfrm>
            <a:off x="12458279" y="8970190"/>
            <a:ext cx="4801021" cy="338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28" u="none" cap="none" strike="noStrike">
                <a:solidFill>
                  <a:srgbClr val="0011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E0CFAB</a:t>
            </a:r>
            <a:endParaRPr/>
          </a:p>
        </p:txBody>
      </p:sp>
      <p:sp>
        <p:nvSpPr>
          <p:cNvPr id="128" name="Google Shape;128;p4"/>
          <p:cNvSpPr txBox="1"/>
          <p:nvPr/>
        </p:nvSpPr>
        <p:spPr>
          <a:xfrm>
            <a:off x="12458279" y="4477809"/>
            <a:ext cx="4800900" cy="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28" u="none" cap="none" strike="noStrike">
                <a:solidFill>
                  <a:srgbClr val="0011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0A1F44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BF7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"/>
          <p:cNvSpPr txBox="1"/>
          <p:nvPr/>
        </p:nvSpPr>
        <p:spPr>
          <a:xfrm>
            <a:off x="1028700" y="1257300"/>
            <a:ext cx="6015322" cy="1905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091B2A"/>
                </a:solidFill>
                <a:latin typeface="Montserrat"/>
                <a:ea typeface="Montserrat"/>
                <a:cs typeface="Montserrat"/>
                <a:sym typeface="Montserrat"/>
              </a:rPr>
              <a:t>secondary colours</a:t>
            </a:r>
            <a:endParaRPr/>
          </a:p>
        </p:txBody>
      </p:sp>
      <p:grpSp>
        <p:nvGrpSpPr>
          <p:cNvPr id="134" name="Google Shape;134;p5"/>
          <p:cNvGrpSpPr/>
          <p:nvPr/>
        </p:nvGrpSpPr>
        <p:grpSpPr>
          <a:xfrm>
            <a:off x="6750350" y="1080825"/>
            <a:ext cx="10509439" cy="8351035"/>
            <a:chOff x="-110" y="0"/>
            <a:chExt cx="14012585" cy="11134713"/>
          </a:xfrm>
        </p:grpSpPr>
        <p:grpSp>
          <p:nvGrpSpPr>
            <p:cNvPr id="135" name="Google Shape;135;p5"/>
            <p:cNvGrpSpPr/>
            <p:nvPr/>
          </p:nvGrpSpPr>
          <p:grpSpPr>
            <a:xfrm>
              <a:off x="-110" y="0"/>
              <a:ext cx="6402123" cy="4306518"/>
              <a:chOff x="-215" y="0"/>
              <a:chExt cx="12486475" cy="8399281"/>
            </a:xfrm>
          </p:grpSpPr>
          <p:sp>
            <p:nvSpPr>
              <p:cNvPr id="136" name="Google Shape;136;p5"/>
              <p:cNvSpPr/>
              <p:nvPr/>
            </p:nvSpPr>
            <p:spPr>
              <a:xfrm>
                <a:off x="10160" y="16510"/>
                <a:ext cx="12462130" cy="8373317"/>
              </a:xfrm>
              <a:custGeom>
                <a:rect b="b" l="l" r="r" t="t"/>
                <a:pathLst>
                  <a:path extrusionOk="0" h="8373317" w="12462130">
                    <a:moveTo>
                      <a:pt x="12462130" y="8373317"/>
                    </a:moveTo>
                    <a:lnTo>
                      <a:pt x="0" y="8365697"/>
                    </a:lnTo>
                    <a:lnTo>
                      <a:pt x="0" y="2917312"/>
                    </a:lnTo>
                    <a:lnTo>
                      <a:pt x="17780" y="19050"/>
                    </a:lnTo>
                    <a:lnTo>
                      <a:pt x="6212765" y="0"/>
                    </a:lnTo>
                    <a:lnTo>
                      <a:pt x="12443080" y="5080"/>
                    </a:lnTo>
                    <a:close/>
                  </a:path>
                </a:pathLst>
              </a:custGeom>
              <a:solidFill>
                <a:srgbClr val="F7F5EF"/>
              </a:solidFill>
              <a:ln>
                <a:noFill/>
              </a:ln>
            </p:spPr>
          </p:sp>
          <p:sp>
            <p:nvSpPr>
              <p:cNvPr id="137" name="Google Shape;137;p5"/>
              <p:cNvSpPr/>
              <p:nvPr/>
            </p:nvSpPr>
            <p:spPr>
              <a:xfrm>
                <a:off x="-215" y="0"/>
                <a:ext cx="12486475" cy="8399281"/>
              </a:xfrm>
              <a:custGeom>
                <a:rect b="b" l="l" r="r" t="t"/>
                <a:pathLst>
                  <a:path extrusionOk="0" h="8399281" w="12486475">
                    <a:moveTo>
                      <a:pt x="12453455" y="21590"/>
                    </a:moveTo>
                    <a:cubicBezTo>
                      <a:pt x="12454725" y="34290"/>
                      <a:pt x="12454725" y="44450"/>
                      <a:pt x="12455995" y="54610"/>
                    </a:cubicBezTo>
                    <a:cubicBezTo>
                      <a:pt x="12458535" y="192364"/>
                      <a:pt x="12459805" y="377776"/>
                      <a:pt x="12462345" y="556567"/>
                    </a:cubicBezTo>
                    <a:cubicBezTo>
                      <a:pt x="12462345" y="814820"/>
                      <a:pt x="12475045" y="5907046"/>
                      <a:pt x="12481395" y="6165299"/>
                    </a:cubicBezTo>
                    <a:cubicBezTo>
                      <a:pt x="12487745" y="6555990"/>
                      <a:pt x="12483935" y="6953303"/>
                      <a:pt x="12483935" y="7343994"/>
                    </a:cubicBezTo>
                    <a:cubicBezTo>
                      <a:pt x="12483935" y="7688331"/>
                      <a:pt x="12485205" y="8006181"/>
                      <a:pt x="12486475" y="8339027"/>
                    </a:cubicBezTo>
                    <a:cubicBezTo>
                      <a:pt x="12486475" y="8360617"/>
                      <a:pt x="12486475" y="8374586"/>
                      <a:pt x="12486475" y="8398717"/>
                    </a:cubicBezTo>
                    <a:cubicBezTo>
                      <a:pt x="12463615" y="8398717"/>
                      <a:pt x="12443295" y="8399986"/>
                      <a:pt x="12388021" y="8398717"/>
                    </a:cubicBezTo>
                    <a:cubicBezTo>
                      <a:pt x="11749935" y="8393636"/>
                      <a:pt x="11102033" y="8399986"/>
                      <a:pt x="10463949" y="8394907"/>
                    </a:cubicBezTo>
                    <a:cubicBezTo>
                      <a:pt x="10081098" y="8391097"/>
                      <a:pt x="9708064" y="8393636"/>
                      <a:pt x="9325213" y="8391097"/>
                    </a:cubicBezTo>
                    <a:cubicBezTo>
                      <a:pt x="9148512" y="8389827"/>
                      <a:pt x="8971812" y="8388557"/>
                      <a:pt x="8795112" y="8387286"/>
                    </a:cubicBezTo>
                    <a:cubicBezTo>
                      <a:pt x="8687128" y="8387286"/>
                      <a:pt x="8588961" y="8388557"/>
                      <a:pt x="8480977" y="8388557"/>
                    </a:cubicBezTo>
                    <a:cubicBezTo>
                      <a:pt x="8206111" y="8387286"/>
                      <a:pt x="7450225" y="8388557"/>
                      <a:pt x="7175358" y="8387286"/>
                    </a:cubicBezTo>
                    <a:cubicBezTo>
                      <a:pt x="6979025" y="8386017"/>
                      <a:pt x="3052349" y="8394907"/>
                      <a:pt x="2856015" y="8393636"/>
                    </a:cubicBezTo>
                    <a:cubicBezTo>
                      <a:pt x="2806932" y="8393636"/>
                      <a:pt x="2748032" y="8394907"/>
                      <a:pt x="2698948" y="8394907"/>
                    </a:cubicBezTo>
                    <a:cubicBezTo>
                      <a:pt x="2581148" y="8394907"/>
                      <a:pt x="2473164" y="8396177"/>
                      <a:pt x="2355364" y="8396177"/>
                    </a:cubicBezTo>
                    <a:cubicBezTo>
                      <a:pt x="2060864" y="8396177"/>
                      <a:pt x="1776179" y="8394907"/>
                      <a:pt x="1481679" y="8393636"/>
                    </a:cubicBezTo>
                    <a:cubicBezTo>
                      <a:pt x="1304979" y="8392367"/>
                      <a:pt x="1128278" y="8391097"/>
                      <a:pt x="961394" y="8389827"/>
                    </a:cubicBezTo>
                    <a:cubicBezTo>
                      <a:pt x="647260" y="8388557"/>
                      <a:pt x="333126" y="8387286"/>
                      <a:pt x="44665" y="8387286"/>
                    </a:cubicBezTo>
                    <a:cubicBezTo>
                      <a:pt x="34505" y="8387286"/>
                      <a:pt x="25615" y="8387286"/>
                      <a:pt x="15455" y="8386017"/>
                    </a:cubicBezTo>
                    <a:cubicBezTo>
                      <a:pt x="6565" y="8384747"/>
                      <a:pt x="1485" y="8378397"/>
                      <a:pt x="4025" y="8369507"/>
                    </a:cubicBezTo>
                    <a:cubicBezTo>
                      <a:pt x="12915" y="8337276"/>
                      <a:pt x="9105" y="8171729"/>
                      <a:pt x="7835" y="7999560"/>
                    </a:cubicBezTo>
                    <a:cubicBezTo>
                      <a:pt x="6565" y="7648601"/>
                      <a:pt x="2755" y="7304262"/>
                      <a:pt x="4025" y="6953303"/>
                    </a:cubicBezTo>
                    <a:cubicBezTo>
                      <a:pt x="1485" y="6516259"/>
                      <a:pt x="-3595" y="1106183"/>
                      <a:pt x="4025" y="662517"/>
                    </a:cubicBezTo>
                    <a:cubicBezTo>
                      <a:pt x="5295" y="576432"/>
                      <a:pt x="4025" y="483726"/>
                      <a:pt x="5295" y="397642"/>
                    </a:cubicBezTo>
                    <a:cubicBezTo>
                      <a:pt x="6565" y="258582"/>
                      <a:pt x="9105" y="106279"/>
                      <a:pt x="10375" y="44450"/>
                    </a:cubicBezTo>
                    <a:cubicBezTo>
                      <a:pt x="10375" y="41910"/>
                      <a:pt x="11645" y="39370"/>
                      <a:pt x="12915" y="38100"/>
                    </a:cubicBezTo>
                    <a:cubicBezTo>
                      <a:pt x="34505" y="35560"/>
                      <a:pt x="87709" y="30480"/>
                      <a:pt x="244776" y="29210"/>
                    </a:cubicBezTo>
                    <a:cubicBezTo>
                      <a:pt x="509827" y="25400"/>
                      <a:pt x="774877" y="22860"/>
                      <a:pt x="1049745" y="20320"/>
                    </a:cubicBezTo>
                    <a:cubicBezTo>
                      <a:pt x="1236262" y="17780"/>
                      <a:pt x="1422779" y="16510"/>
                      <a:pt x="1599479" y="13970"/>
                    </a:cubicBezTo>
                    <a:cubicBezTo>
                      <a:pt x="1776180" y="11430"/>
                      <a:pt x="1962697" y="8890"/>
                      <a:pt x="2139397" y="8890"/>
                    </a:cubicBezTo>
                    <a:cubicBezTo>
                      <a:pt x="2335731" y="7620"/>
                      <a:pt x="2532065" y="10160"/>
                      <a:pt x="2728398" y="8890"/>
                    </a:cubicBezTo>
                    <a:cubicBezTo>
                      <a:pt x="2973816" y="8890"/>
                      <a:pt x="7420775" y="6350"/>
                      <a:pt x="7666193" y="5080"/>
                    </a:cubicBezTo>
                    <a:cubicBezTo>
                      <a:pt x="7901793" y="3810"/>
                      <a:pt x="8137394" y="2540"/>
                      <a:pt x="8382811" y="2540"/>
                    </a:cubicBezTo>
                    <a:cubicBezTo>
                      <a:pt x="8785295" y="1270"/>
                      <a:pt x="9177963" y="0"/>
                      <a:pt x="9580447" y="0"/>
                    </a:cubicBezTo>
                    <a:cubicBezTo>
                      <a:pt x="9747331" y="0"/>
                      <a:pt x="9924031" y="2540"/>
                      <a:pt x="10090915" y="2540"/>
                    </a:cubicBezTo>
                    <a:cubicBezTo>
                      <a:pt x="10552300" y="3810"/>
                      <a:pt x="11023500" y="5080"/>
                      <a:pt x="11484885" y="7620"/>
                    </a:cubicBezTo>
                    <a:cubicBezTo>
                      <a:pt x="11730302" y="8890"/>
                      <a:pt x="11975719" y="12700"/>
                      <a:pt x="12221136" y="16510"/>
                    </a:cubicBezTo>
                    <a:cubicBezTo>
                      <a:pt x="12280036" y="16510"/>
                      <a:pt x="12338937" y="16510"/>
                      <a:pt x="12388021" y="16510"/>
                    </a:cubicBezTo>
                    <a:cubicBezTo>
                      <a:pt x="12434405" y="17780"/>
                      <a:pt x="12443295" y="20320"/>
                      <a:pt x="12453455" y="21590"/>
                    </a:cubicBezTo>
                    <a:close/>
                    <a:moveTo>
                      <a:pt x="12463615" y="8382207"/>
                    </a:moveTo>
                    <a:cubicBezTo>
                      <a:pt x="12464885" y="8365697"/>
                      <a:pt x="12466155" y="8352997"/>
                      <a:pt x="12466155" y="8340297"/>
                    </a:cubicBezTo>
                    <a:cubicBezTo>
                      <a:pt x="12464885" y="7973072"/>
                      <a:pt x="12463615" y="7622113"/>
                      <a:pt x="12463615" y="7244666"/>
                    </a:cubicBezTo>
                    <a:cubicBezTo>
                      <a:pt x="12463615" y="7072497"/>
                      <a:pt x="12466155" y="6900328"/>
                      <a:pt x="12464885" y="6728159"/>
                    </a:cubicBezTo>
                    <a:cubicBezTo>
                      <a:pt x="12464885" y="6569234"/>
                      <a:pt x="12463615" y="6403687"/>
                      <a:pt x="12462345" y="6244762"/>
                    </a:cubicBezTo>
                    <a:cubicBezTo>
                      <a:pt x="12457265" y="5999752"/>
                      <a:pt x="12445835" y="927392"/>
                      <a:pt x="12445835" y="682383"/>
                    </a:cubicBezTo>
                    <a:cubicBezTo>
                      <a:pt x="12443295" y="477104"/>
                      <a:pt x="12440755" y="265204"/>
                      <a:pt x="12438215" y="63500"/>
                    </a:cubicBezTo>
                    <a:cubicBezTo>
                      <a:pt x="12436945" y="44450"/>
                      <a:pt x="12435675" y="43180"/>
                      <a:pt x="12358570" y="41910"/>
                    </a:cubicBezTo>
                    <a:cubicBezTo>
                      <a:pt x="12329120" y="41910"/>
                      <a:pt x="12309487" y="41910"/>
                      <a:pt x="12280036" y="40640"/>
                    </a:cubicBezTo>
                    <a:cubicBezTo>
                      <a:pt x="12034620" y="36830"/>
                      <a:pt x="11779385" y="31750"/>
                      <a:pt x="11533968" y="30480"/>
                    </a:cubicBezTo>
                    <a:cubicBezTo>
                      <a:pt x="10935151" y="26670"/>
                      <a:pt x="10326516" y="25400"/>
                      <a:pt x="9727698" y="22860"/>
                    </a:cubicBezTo>
                    <a:cubicBezTo>
                      <a:pt x="9639348" y="22860"/>
                      <a:pt x="9541181" y="22860"/>
                      <a:pt x="9452830" y="22860"/>
                    </a:cubicBezTo>
                    <a:cubicBezTo>
                      <a:pt x="9305580" y="22860"/>
                      <a:pt x="9158330" y="22860"/>
                      <a:pt x="9020896" y="22860"/>
                    </a:cubicBezTo>
                    <a:cubicBezTo>
                      <a:pt x="8706763" y="22860"/>
                      <a:pt x="8392628" y="22860"/>
                      <a:pt x="8088310" y="24130"/>
                    </a:cubicBezTo>
                    <a:cubicBezTo>
                      <a:pt x="7823260" y="25400"/>
                      <a:pt x="3356666" y="29210"/>
                      <a:pt x="3091616" y="29210"/>
                    </a:cubicBezTo>
                    <a:cubicBezTo>
                      <a:pt x="2659682" y="29210"/>
                      <a:pt x="2227748" y="26670"/>
                      <a:pt x="1795813" y="33020"/>
                    </a:cubicBezTo>
                    <a:cubicBezTo>
                      <a:pt x="1570029" y="36830"/>
                      <a:pt x="1354062" y="36830"/>
                      <a:pt x="1138095" y="38100"/>
                    </a:cubicBezTo>
                    <a:cubicBezTo>
                      <a:pt x="765061" y="41910"/>
                      <a:pt x="392027" y="45720"/>
                      <a:pt x="45935" y="50800"/>
                    </a:cubicBezTo>
                    <a:cubicBezTo>
                      <a:pt x="33235" y="50800"/>
                      <a:pt x="30695" y="53340"/>
                      <a:pt x="29425" y="86413"/>
                    </a:cubicBezTo>
                    <a:cubicBezTo>
                      <a:pt x="28155" y="205607"/>
                      <a:pt x="28155" y="324801"/>
                      <a:pt x="26885" y="443995"/>
                    </a:cubicBezTo>
                    <a:cubicBezTo>
                      <a:pt x="25615" y="642651"/>
                      <a:pt x="23075" y="834686"/>
                      <a:pt x="21805" y="1033342"/>
                    </a:cubicBezTo>
                    <a:cubicBezTo>
                      <a:pt x="16725" y="1245242"/>
                      <a:pt x="23075" y="6423552"/>
                      <a:pt x="25615" y="6635452"/>
                    </a:cubicBezTo>
                    <a:cubicBezTo>
                      <a:pt x="25615" y="6860597"/>
                      <a:pt x="25615" y="7092362"/>
                      <a:pt x="26885" y="7317506"/>
                    </a:cubicBezTo>
                    <a:cubicBezTo>
                      <a:pt x="26885" y="7483053"/>
                      <a:pt x="29425" y="7648601"/>
                      <a:pt x="29425" y="7814147"/>
                    </a:cubicBezTo>
                    <a:cubicBezTo>
                      <a:pt x="29425" y="7992938"/>
                      <a:pt x="29425" y="8171729"/>
                      <a:pt x="28155" y="8340297"/>
                    </a:cubicBezTo>
                    <a:cubicBezTo>
                      <a:pt x="28155" y="8344107"/>
                      <a:pt x="28155" y="8346647"/>
                      <a:pt x="28155" y="8350457"/>
                    </a:cubicBezTo>
                    <a:cubicBezTo>
                      <a:pt x="28155" y="8360617"/>
                      <a:pt x="31965" y="8364427"/>
                      <a:pt x="40855" y="8364427"/>
                    </a:cubicBezTo>
                    <a:cubicBezTo>
                      <a:pt x="107343" y="8364427"/>
                      <a:pt x="244776" y="8365697"/>
                      <a:pt x="372393" y="8365697"/>
                    </a:cubicBezTo>
                    <a:cubicBezTo>
                      <a:pt x="558910" y="8365697"/>
                      <a:pt x="755244" y="8363157"/>
                      <a:pt x="941761" y="8365697"/>
                    </a:cubicBezTo>
                    <a:cubicBezTo>
                      <a:pt x="1246079" y="8369507"/>
                      <a:pt x="1550396" y="8372047"/>
                      <a:pt x="1854713" y="8370777"/>
                    </a:cubicBezTo>
                    <a:cubicBezTo>
                      <a:pt x="2051047" y="8369507"/>
                      <a:pt x="2237564" y="8372047"/>
                      <a:pt x="2433898" y="8372047"/>
                    </a:cubicBezTo>
                    <a:cubicBezTo>
                      <a:pt x="2718582" y="8372047"/>
                      <a:pt x="3003266" y="8370777"/>
                      <a:pt x="3287950" y="8372047"/>
                    </a:cubicBezTo>
                    <a:cubicBezTo>
                      <a:pt x="3710067" y="8373317"/>
                      <a:pt x="8343544" y="8363157"/>
                      <a:pt x="8775479" y="8365697"/>
                    </a:cubicBezTo>
                    <a:cubicBezTo>
                      <a:pt x="8961996" y="8366967"/>
                      <a:pt x="9148512" y="8368236"/>
                      <a:pt x="9325213" y="8368236"/>
                    </a:cubicBezTo>
                    <a:cubicBezTo>
                      <a:pt x="9649164" y="8370777"/>
                      <a:pt x="9963298" y="8366967"/>
                      <a:pt x="10287249" y="8370777"/>
                    </a:cubicBezTo>
                    <a:cubicBezTo>
                      <a:pt x="10552300" y="8373317"/>
                      <a:pt x="10817349" y="8373317"/>
                      <a:pt x="11082401" y="8375857"/>
                    </a:cubicBezTo>
                    <a:cubicBezTo>
                      <a:pt x="11475068" y="8379667"/>
                      <a:pt x="11867736" y="8382207"/>
                      <a:pt x="12260403" y="8383477"/>
                    </a:cubicBezTo>
                    <a:cubicBezTo>
                      <a:pt x="12407654" y="8383477"/>
                      <a:pt x="12443295" y="8382207"/>
                      <a:pt x="12463615" y="8382207"/>
                    </a:cubicBezTo>
                    <a:close/>
                  </a:path>
                </a:pathLst>
              </a:custGeom>
              <a:solidFill>
                <a:srgbClr val="9D999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138" name="Google Shape;138;p5"/>
            <p:cNvCxnSpPr/>
            <p:nvPr/>
          </p:nvCxnSpPr>
          <p:spPr>
            <a:xfrm>
              <a:off x="0" y="5151272"/>
              <a:ext cx="6401362" cy="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39" name="Google Shape;139;p5"/>
            <p:cNvSpPr txBox="1"/>
            <p:nvPr/>
          </p:nvSpPr>
          <p:spPr>
            <a:xfrm>
              <a:off x="19682" y="4545238"/>
              <a:ext cx="6381680" cy="4392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3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28" u="none" cap="none" strike="noStrike">
                  <a:solidFill>
                    <a:srgbClr val="001126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F7F5EF</a:t>
              </a:r>
              <a:endParaRPr/>
            </a:p>
          </p:txBody>
        </p:sp>
        <p:grpSp>
          <p:nvGrpSpPr>
            <p:cNvPr id="140" name="Google Shape;140;p5"/>
            <p:cNvGrpSpPr/>
            <p:nvPr/>
          </p:nvGrpSpPr>
          <p:grpSpPr>
            <a:xfrm>
              <a:off x="-110" y="5983441"/>
              <a:ext cx="6402123" cy="4306518"/>
              <a:chOff x="-215" y="0"/>
              <a:chExt cx="12486475" cy="8399281"/>
            </a:xfrm>
          </p:grpSpPr>
          <p:sp>
            <p:nvSpPr>
              <p:cNvPr id="141" name="Google Shape;141;p5"/>
              <p:cNvSpPr/>
              <p:nvPr/>
            </p:nvSpPr>
            <p:spPr>
              <a:xfrm>
                <a:off x="10160" y="16510"/>
                <a:ext cx="12462130" cy="8373317"/>
              </a:xfrm>
              <a:custGeom>
                <a:rect b="b" l="l" r="r" t="t"/>
                <a:pathLst>
                  <a:path extrusionOk="0" h="8373317" w="12462130">
                    <a:moveTo>
                      <a:pt x="12462130" y="8373317"/>
                    </a:moveTo>
                    <a:lnTo>
                      <a:pt x="0" y="8365697"/>
                    </a:lnTo>
                    <a:lnTo>
                      <a:pt x="0" y="2917312"/>
                    </a:lnTo>
                    <a:lnTo>
                      <a:pt x="17780" y="19050"/>
                    </a:lnTo>
                    <a:lnTo>
                      <a:pt x="6212765" y="0"/>
                    </a:lnTo>
                    <a:lnTo>
                      <a:pt x="12443080" y="5080"/>
                    </a:lnTo>
                    <a:close/>
                  </a:path>
                </a:pathLst>
              </a:custGeom>
              <a:solidFill>
                <a:srgbClr val="8A7A63"/>
              </a:solidFill>
              <a:ln>
                <a:noFill/>
              </a:ln>
            </p:spPr>
          </p:sp>
          <p:sp>
            <p:nvSpPr>
              <p:cNvPr id="142" name="Google Shape;142;p5"/>
              <p:cNvSpPr/>
              <p:nvPr/>
            </p:nvSpPr>
            <p:spPr>
              <a:xfrm>
                <a:off x="-215" y="0"/>
                <a:ext cx="12486475" cy="8399281"/>
              </a:xfrm>
              <a:custGeom>
                <a:rect b="b" l="l" r="r" t="t"/>
                <a:pathLst>
                  <a:path extrusionOk="0" h="8399281" w="12486475">
                    <a:moveTo>
                      <a:pt x="12453455" y="21590"/>
                    </a:moveTo>
                    <a:cubicBezTo>
                      <a:pt x="12454725" y="34290"/>
                      <a:pt x="12454725" y="44450"/>
                      <a:pt x="12455995" y="54610"/>
                    </a:cubicBezTo>
                    <a:cubicBezTo>
                      <a:pt x="12458535" y="192364"/>
                      <a:pt x="12459805" y="377776"/>
                      <a:pt x="12462345" y="556567"/>
                    </a:cubicBezTo>
                    <a:cubicBezTo>
                      <a:pt x="12462345" y="814820"/>
                      <a:pt x="12475045" y="5907046"/>
                      <a:pt x="12481395" y="6165299"/>
                    </a:cubicBezTo>
                    <a:cubicBezTo>
                      <a:pt x="12487745" y="6555990"/>
                      <a:pt x="12483935" y="6953303"/>
                      <a:pt x="12483935" y="7343994"/>
                    </a:cubicBezTo>
                    <a:cubicBezTo>
                      <a:pt x="12483935" y="7688331"/>
                      <a:pt x="12485205" y="8006181"/>
                      <a:pt x="12486475" y="8339027"/>
                    </a:cubicBezTo>
                    <a:cubicBezTo>
                      <a:pt x="12486475" y="8360617"/>
                      <a:pt x="12486475" y="8374586"/>
                      <a:pt x="12486475" y="8398717"/>
                    </a:cubicBezTo>
                    <a:cubicBezTo>
                      <a:pt x="12463615" y="8398717"/>
                      <a:pt x="12443295" y="8399986"/>
                      <a:pt x="12388021" y="8398717"/>
                    </a:cubicBezTo>
                    <a:cubicBezTo>
                      <a:pt x="11749935" y="8393636"/>
                      <a:pt x="11102033" y="8399986"/>
                      <a:pt x="10463949" y="8394907"/>
                    </a:cubicBezTo>
                    <a:cubicBezTo>
                      <a:pt x="10081098" y="8391097"/>
                      <a:pt x="9708064" y="8393636"/>
                      <a:pt x="9325213" y="8391097"/>
                    </a:cubicBezTo>
                    <a:cubicBezTo>
                      <a:pt x="9148512" y="8389827"/>
                      <a:pt x="8971812" y="8388557"/>
                      <a:pt x="8795112" y="8387286"/>
                    </a:cubicBezTo>
                    <a:cubicBezTo>
                      <a:pt x="8687128" y="8387286"/>
                      <a:pt x="8588961" y="8388557"/>
                      <a:pt x="8480977" y="8388557"/>
                    </a:cubicBezTo>
                    <a:cubicBezTo>
                      <a:pt x="8206111" y="8387286"/>
                      <a:pt x="7450225" y="8388557"/>
                      <a:pt x="7175358" y="8387286"/>
                    </a:cubicBezTo>
                    <a:cubicBezTo>
                      <a:pt x="6979025" y="8386017"/>
                      <a:pt x="3052349" y="8394907"/>
                      <a:pt x="2856015" y="8393636"/>
                    </a:cubicBezTo>
                    <a:cubicBezTo>
                      <a:pt x="2806932" y="8393636"/>
                      <a:pt x="2748032" y="8394907"/>
                      <a:pt x="2698948" y="8394907"/>
                    </a:cubicBezTo>
                    <a:cubicBezTo>
                      <a:pt x="2581148" y="8394907"/>
                      <a:pt x="2473164" y="8396177"/>
                      <a:pt x="2355364" y="8396177"/>
                    </a:cubicBezTo>
                    <a:cubicBezTo>
                      <a:pt x="2060864" y="8396177"/>
                      <a:pt x="1776179" y="8394907"/>
                      <a:pt x="1481679" y="8393636"/>
                    </a:cubicBezTo>
                    <a:cubicBezTo>
                      <a:pt x="1304979" y="8392367"/>
                      <a:pt x="1128278" y="8391097"/>
                      <a:pt x="961394" y="8389827"/>
                    </a:cubicBezTo>
                    <a:cubicBezTo>
                      <a:pt x="647260" y="8388557"/>
                      <a:pt x="333126" y="8387286"/>
                      <a:pt x="44665" y="8387286"/>
                    </a:cubicBezTo>
                    <a:cubicBezTo>
                      <a:pt x="34505" y="8387286"/>
                      <a:pt x="25615" y="8387286"/>
                      <a:pt x="15455" y="8386017"/>
                    </a:cubicBezTo>
                    <a:cubicBezTo>
                      <a:pt x="6565" y="8384747"/>
                      <a:pt x="1485" y="8378397"/>
                      <a:pt x="4025" y="8369507"/>
                    </a:cubicBezTo>
                    <a:cubicBezTo>
                      <a:pt x="12915" y="8337276"/>
                      <a:pt x="9105" y="8171729"/>
                      <a:pt x="7835" y="7999560"/>
                    </a:cubicBezTo>
                    <a:cubicBezTo>
                      <a:pt x="6565" y="7648601"/>
                      <a:pt x="2755" y="7304262"/>
                      <a:pt x="4025" y="6953303"/>
                    </a:cubicBezTo>
                    <a:cubicBezTo>
                      <a:pt x="1485" y="6516259"/>
                      <a:pt x="-3595" y="1106183"/>
                      <a:pt x="4025" y="662517"/>
                    </a:cubicBezTo>
                    <a:cubicBezTo>
                      <a:pt x="5295" y="576432"/>
                      <a:pt x="4025" y="483726"/>
                      <a:pt x="5295" y="397642"/>
                    </a:cubicBezTo>
                    <a:cubicBezTo>
                      <a:pt x="6565" y="258582"/>
                      <a:pt x="9105" y="106279"/>
                      <a:pt x="10375" y="44450"/>
                    </a:cubicBezTo>
                    <a:cubicBezTo>
                      <a:pt x="10375" y="41910"/>
                      <a:pt x="11645" y="39370"/>
                      <a:pt x="12915" y="38100"/>
                    </a:cubicBezTo>
                    <a:cubicBezTo>
                      <a:pt x="34505" y="35560"/>
                      <a:pt x="87709" y="30480"/>
                      <a:pt x="244776" y="29210"/>
                    </a:cubicBezTo>
                    <a:cubicBezTo>
                      <a:pt x="509827" y="25400"/>
                      <a:pt x="774877" y="22860"/>
                      <a:pt x="1049745" y="20320"/>
                    </a:cubicBezTo>
                    <a:cubicBezTo>
                      <a:pt x="1236262" y="17780"/>
                      <a:pt x="1422779" y="16510"/>
                      <a:pt x="1599479" y="13970"/>
                    </a:cubicBezTo>
                    <a:cubicBezTo>
                      <a:pt x="1776180" y="11430"/>
                      <a:pt x="1962697" y="8890"/>
                      <a:pt x="2139397" y="8890"/>
                    </a:cubicBezTo>
                    <a:cubicBezTo>
                      <a:pt x="2335731" y="7620"/>
                      <a:pt x="2532065" y="10160"/>
                      <a:pt x="2728398" y="8890"/>
                    </a:cubicBezTo>
                    <a:cubicBezTo>
                      <a:pt x="2973816" y="8890"/>
                      <a:pt x="7420775" y="6350"/>
                      <a:pt x="7666193" y="5080"/>
                    </a:cubicBezTo>
                    <a:cubicBezTo>
                      <a:pt x="7901793" y="3810"/>
                      <a:pt x="8137394" y="2540"/>
                      <a:pt x="8382811" y="2540"/>
                    </a:cubicBezTo>
                    <a:cubicBezTo>
                      <a:pt x="8785295" y="1270"/>
                      <a:pt x="9177963" y="0"/>
                      <a:pt x="9580447" y="0"/>
                    </a:cubicBezTo>
                    <a:cubicBezTo>
                      <a:pt x="9747331" y="0"/>
                      <a:pt x="9924031" y="2540"/>
                      <a:pt x="10090915" y="2540"/>
                    </a:cubicBezTo>
                    <a:cubicBezTo>
                      <a:pt x="10552300" y="3810"/>
                      <a:pt x="11023500" y="5080"/>
                      <a:pt x="11484885" y="7620"/>
                    </a:cubicBezTo>
                    <a:cubicBezTo>
                      <a:pt x="11730302" y="8890"/>
                      <a:pt x="11975719" y="12700"/>
                      <a:pt x="12221136" y="16510"/>
                    </a:cubicBezTo>
                    <a:cubicBezTo>
                      <a:pt x="12280036" y="16510"/>
                      <a:pt x="12338937" y="16510"/>
                      <a:pt x="12388021" y="16510"/>
                    </a:cubicBezTo>
                    <a:cubicBezTo>
                      <a:pt x="12434405" y="17780"/>
                      <a:pt x="12443295" y="20320"/>
                      <a:pt x="12453455" y="21590"/>
                    </a:cubicBezTo>
                    <a:close/>
                    <a:moveTo>
                      <a:pt x="12463615" y="8382207"/>
                    </a:moveTo>
                    <a:cubicBezTo>
                      <a:pt x="12464885" y="8365697"/>
                      <a:pt x="12466155" y="8352997"/>
                      <a:pt x="12466155" y="8340297"/>
                    </a:cubicBezTo>
                    <a:cubicBezTo>
                      <a:pt x="12464885" y="7973072"/>
                      <a:pt x="12463615" y="7622113"/>
                      <a:pt x="12463615" y="7244666"/>
                    </a:cubicBezTo>
                    <a:cubicBezTo>
                      <a:pt x="12463615" y="7072497"/>
                      <a:pt x="12466155" y="6900328"/>
                      <a:pt x="12464885" y="6728159"/>
                    </a:cubicBezTo>
                    <a:cubicBezTo>
                      <a:pt x="12464885" y="6569234"/>
                      <a:pt x="12463615" y="6403687"/>
                      <a:pt x="12462345" y="6244762"/>
                    </a:cubicBezTo>
                    <a:cubicBezTo>
                      <a:pt x="12457265" y="5999752"/>
                      <a:pt x="12445835" y="927392"/>
                      <a:pt x="12445835" y="682383"/>
                    </a:cubicBezTo>
                    <a:cubicBezTo>
                      <a:pt x="12443295" y="477104"/>
                      <a:pt x="12440755" y="265204"/>
                      <a:pt x="12438215" y="63500"/>
                    </a:cubicBezTo>
                    <a:cubicBezTo>
                      <a:pt x="12436945" y="44450"/>
                      <a:pt x="12435675" y="43180"/>
                      <a:pt x="12358570" y="41910"/>
                    </a:cubicBezTo>
                    <a:cubicBezTo>
                      <a:pt x="12329120" y="41910"/>
                      <a:pt x="12309487" y="41910"/>
                      <a:pt x="12280036" y="40640"/>
                    </a:cubicBezTo>
                    <a:cubicBezTo>
                      <a:pt x="12034620" y="36830"/>
                      <a:pt x="11779385" y="31750"/>
                      <a:pt x="11533968" y="30480"/>
                    </a:cubicBezTo>
                    <a:cubicBezTo>
                      <a:pt x="10935151" y="26670"/>
                      <a:pt x="10326516" y="25400"/>
                      <a:pt x="9727698" y="22860"/>
                    </a:cubicBezTo>
                    <a:cubicBezTo>
                      <a:pt x="9639348" y="22860"/>
                      <a:pt x="9541181" y="22860"/>
                      <a:pt x="9452830" y="22860"/>
                    </a:cubicBezTo>
                    <a:cubicBezTo>
                      <a:pt x="9305580" y="22860"/>
                      <a:pt x="9158330" y="22860"/>
                      <a:pt x="9020896" y="22860"/>
                    </a:cubicBezTo>
                    <a:cubicBezTo>
                      <a:pt x="8706763" y="22860"/>
                      <a:pt x="8392628" y="22860"/>
                      <a:pt x="8088310" y="24130"/>
                    </a:cubicBezTo>
                    <a:cubicBezTo>
                      <a:pt x="7823260" y="25400"/>
                      <a:pt x="3356666" y="29210"/>
                      <a:pt x="3091616" y="29210"/>
                    </a:cubicBezTo>
                    <a:cubicBezTo>
                      <a:pt x="2659682" y="29210"/>
                      <a:pt x="2227748" y="26670"/>
                      <a:pt x="1795813" y="33020"/>
                    </a:cubicBezTo>
                    <a:cubicBezTo>
                      <a:pt x="1570029" y="36830"/>
                      <a:pt x="1354062" y="36830"/>
                      <a:pt x="1138095" y="38100"/>
                    </a:cubicBezTo>
                    <a:cubicBezTo>
                      <a:pt x="765061" y="41910"/>
                      <a:pt x="392027" y="45720"/>
                      <a:pt x="45935" y="50800"/>
                    </a:cubicBezTo>
                    <a:cubicBezTo>
                      <a:pt x="33235" y="50800"/>
                      <a:pt x="30695" y="53340"/>
                      <a:pt x="29425" y="86413"/>
                    </a:cubicBezTo>
                    <a:cubicBezTo>
                      <a:pt x="28155" y="205607"/>
                      <a:pt x="28155" y="324801"/>
                      <a:pt x="26885" y="443995"/>
                    </a:cubicBezTo>
                    <a:cubicBezTo>
                      <a:pt x="25615" y="642651"/>
                      <a:pt x="23075" y="834686"/>
                      <a:pt x="21805" y="1033342"/>
                    </a:cubicBezTo>
                    <a:cubicBezTo>
                      <a:pt x="16725" y="1245242"/>
                      <a:pt x="23075" y="6423552"/>
                      <a:pt x="25615" y="6635452"/>
                    </a:cubicBezTo>
                    <a:cubicBezTo>
                      <a:pt x="25615" y="6860597"/>
                      <a:pt x="25615" y="7092362"/>
                      <a:pt x="26885" y="7317506"/>
                    </a:cubicBezTo>
                    <a:cubicBezTo>
                      <a:pt x="26885" y="7483053"/>
                      <a:pt x="29425" y="7648601"/>
                      <a:pt x="29425" y="7814147"/>
                    </a:cubicBezTo>
                    <a:cubicBezTo>
                      <a:pt x="29425" y="7992938"/>
                      <a:pt x="29425" y="8171729"/>
                      <a:pt x="28155" y="8340297"/>
                    </a:cubicBezTo>
                    <a:cubicBezTo>
                      <a:pt x="28155" y="8344107"/>
                      <a:pt x="28155" y="8346647"/>
                      <a:pt x="28155" y="8350457"/>
                    </a:cubicBezTo>
                    <a:cubicBezTo>
                      <a:pt x="28155" y="8360617"/>
                      <a:pt x="31965" y="8364427"/>
                      <a:pt x="40855" y="8364427"/>
                    </a:cubicBezTo>
                    <a:cubicBezTo>
                      <a:pt x="107343" y="8364427"/>
                      <a:pt x="244776" y="8365697"/>
                      <a:pt x="372393" y="8365697"/>
                    </a:cubicBezTo>
                    <a:cubicBezTo>
                      <a:pt x="558910" y="8365697"/>
                      <a:pt x="755244" y="8363157"/>
                      <a:pt x="941761" y="8365697"/>
                    </a:cubicBezTo>
                    <a:cubicBezTo>
                      <a:pt x="1246079" y="8369507"/>
                      <a:pt x="1550396" y="8372047"/>
                      <a:pt x="1854713" y="8370777"/>
                    </a:cubicBezTo>
                    <a:cubicBezTo>
                      <a:pt x="2051047" y="8369507"/>
                      <a:pt x="2237564" y="8372047"/>
                      <a:pt x="2433898" y="8372047"/>
                    </a:cubicBezTo>
                    <a:cubicBezTo>
                      <a:pt x="2718582" y="8372047"/>
                      <a:pt x="3003266" y="8370777"/>
                      <a:pt x="3287950" y="8372047"/>
                    </a:cubicBezTo>
                    <a:cubicBezTo>
                      <a:pt x="3710067" y="8373317"/>
                      <a:pt x="8343544" y="8363157"/>
                      <a:pt x="8775479" y="8365697"/>
                    </a:cubicBezTo>
                    <a:cubicBezTo>
                      <a:pt x="8961996" y="8366967"/>
                      <a:pt x="9148512" y="8368236"/>
                      <a:pt x="9325213" y="8368236"/>
                    </a:cubicBezTo>
                    <a:cubicBezTo>
                      <a:pt x="9649164" y="8370777"/>
                      <a:pt x="9963298" y="8366967"/>
                      <a:pt x="10287249" y="8370777"/>
                    </a:cubicBezTo>
                    <a:cubicBezTo>
                      <a:pt x="10552300" y="8373317"/>
                      <a:pt x="10817349" y="8373317"/>
                      <a:pt x="11082401" y="8375857"/>
                    </a:cubicBezTo>
                    <a:cubicBezTo>
                      <a:pt x="11475068" y="8379667"/>
                      <a:pt x="11867736" y="8382207"/>
                      <a:pt x="12260403" y="8383477"/>
                    </a:cubicBezTo>
                    <a:cubicBezTo>
                      <a:pt x="12407654" y="8383477"/>
                      <a:pt x="12443295" y="8382207"/>
                      <a:pt x="12463615" y="8382207"/>
                    </a:cubicBezTo>
                    <a:close/>
                  </a:path>
                </a:pathLst>
              </a:custGeom>
              <a:solidFill>
                <a:srgbClr val="9D999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143" name="Google Shape;143;p5"/>
            <p:cNvCxnSpPr/>
            <p:nvPr/>
          </p:nvCxnSpPr>
          <p:spPr>
            <a:xfrm>
              <a:off x="0" y="11134713"/>
              <a:ext cx="6401362" cy="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44" name="Google Shape;144;p5"/>
            <p:cNvSpPr txBox="1"/>
            <p:nvPr/>
          </p:nvSpPr>
          <p:spPr>
            <a:xfrm>
              <a:off x="19682" y="10528679"/>
              <a:ext cx="6381680" cy="4392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3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28" u="none" cap="none" strike="noStrike">
                  <a:solidFill>
                    <a:srgbClr val="001126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8A7A63</a:t>
              </a:r>
              <a:endParaRPr/>
            </a:p>
          </p:txBody>
        </p:sp>
        <p:grpSp>
          <p:nvGrpSpPr>
            <p:cNvPr id="145" name="Google Shape;145;p5"/>
            <p:cNvGrpSpPr/>
            <p:nvPr/>
          </p:nvGrpSpPr>
          <p:grpSpPr>
            <a:xfrm>
              <a:off x="7610352" y="0"/>
              <a:ext cx="6402123" cy="4306518"/>
              <a:chOff x="-215" y="0"/>
              <a:chExt cx="12486475" cy="8399281"/>
            </a:xfrm>
          </p:grpSpPr>
          <p:sp>
            <p:nvSpPr>
              <p:cNvPr id="146" name="Google Shape;146;p5"/>
              <p:cNvSpPr/>
              <p:nvPr/>
            </p:nvSpPr>
            <p:spPr>
              <a:xfrm>
                <a:off x="10160" y="16510"/>
                <a:ext cx="12462130" cy="8373317"/>
              </a:xfrm>
              <a:custGeom>
                <a:rect b="b" l="l" r="r" t="t"/>
                <a:pathLst>
                  <a:path extrusionOk="0" h="8373317" w="12462130">
                    <a:moveTo>
                      <a:pt x="12462130" y="8373317"/>
                    </a:moveTo>
                    <a:lnTo>
                      <a:pt x="0" y="8365697"/>
                    </a:lnTo>
                    <a:lnTo>
                      <a:pt x="0" y="2917312"/>
                    </a:lnTo>
                    <a:lnTo>
                      <a:pt x="17780" y="19050"/>
                    </a:lnTo>
                    <a:lnTo>
                      <a:pt x="6212765" y="0"/>
                    </a:lnTo>
                    <a:lnTo>
                      <a:pt x="12443080" y="5080"/>
                    </a:lnTo>
                    <a:close/>
                  </a:path>
                </a:pathLst>
              </a:custGeom>
              <a:solidFill>
                <a:srgbClr val="6A9C8F"/>
              </a:solidFill>
              <a:ln>
                <a:noFill/>
              </a:ln>
            </p:spPr>
          </p:sp>
          <p:sp>
            <p:nvSpPr>
              <p:cNvPr id="147" name="Google Shape;147;p5"/>
              <p:cNvSpPr/>
              <p:nvPr/>
            </p:nvSpPr>
            <p:spPr>
              <a:xfrm>
                <a:off x="-215" y="0"/>
                <a:ext cx="12486475" cy="8399281"/>
              </a:xfrm>
              <a:custGeom>
                <a:rect b="b" l="l" r="r" t="t"/>
                <a:pathLst>
                  <a:path extrusionOk="0" h="8399281" w="12486475">
                    <a:moveTo>
                      <a:pt x="12453455" y="21590"/>
                    </a:moveTo>
                    <a:cubicBezTo>
                      <a:pt x="12454725" y="34290"/>
                      <a:pt x="12454725" y="44450"/>
                      <a:pt x="12455995" y="54610"/>
                    </a:cubicBezTo>
                    <a:cubicBezTo>
                      <a:pt x="12458535" y="192364"/>
                      <a:pt x="12459805" y="377776"/>
                      <a:pt x="12462345" y="556567"/>
                    </a:cubicBezTo>
                    <a:cubicBezTo>
                      <a:pt x="12462345" y="814820"/>
                      <a:pt x="12475045" y="5907046"/>
                      <a:pt x="12481395" y="6165299"/>
                    </a:cubicBezTo>
                    <a:cubicBezTo>
                      <a:pt x="12487745" y="6555990"/>
                      <a:pt x="12483935" y="6953303"/>
                      <a:pt x="12483935" y="7343994"/>
                    </a:cubicBezTo>
                    <a:cubicBezTo>
                      <a:pt x="12483935" y="7688331"/>
                      <a:pt x="12485205" y="8006181"/>
                      <a:pt x="12486475" y="8339027"/>
                    </a:cubicBezTo>
                    <a:cubicBezTo>
                      <a:pt x="12486475" y="8360617"/>
                      <a:pt x="12486475" y="8374586"/>
                      <a:pt x="12486475" y="8398717"/>
                    </a:cubicBezTo>
                    <a:cubicBezTo>
                      <a:pt x="12463615" y="8398717"/>
                      <a:pt x="12443295" y="8399986"/>
                      <a:pt x="12388021" y="8398717"/>
                    </a:cubicBezTo>
                    <a:cubicBezTo>
                      <a:pt x="11749935" y="8393636"/>
                      <a:pt x="11102033" y="8399986"/>
                      <a:pt x="10463949" y="8394907"/>
                    </a:cubicBezTo>
                    <a:cubicBezTo>
                      <a:pt x="10081098" y="8391097"/>
                      <a:pt x="9708064" y="8393636"/>
                      <a:pt x="9325213" y="8391097"/>
                    </a:cubicBezTo>
                    <a:cubicBezTo>
                      <a:pt x="9148512" y="8389827"/>
                      <a:pt x="8971812" y="8388557"/>
                      <a:pt x="8795112" y="8387286"/>
                    </a:cubicBezTo>
                    <a:cubicBezTo>
                      <a:pt x="8687128" y="8387286"/>
                      <a:pt x="8588961" y="8388557"/>
                      <a:pt x="8480977" y="8388557"/>
                    </a:cubicBezTo>
                    <a:cubicBezTo>
                      <a:pt x="8206111" y="8387286"/>
                      <a:pt x="7450225" y="8388557"/>
                      <a:pt x="7175358" y="8387286"/>
                    </a:cubicBezTo>
                    <a:cubicBezTo>
                      <a:pt x="6979025" y="8386017"/>
                      <a:pt x="3052349" y="8394907"/>
                      <a:pt x="2856015" y="8393636"/>
                    </a:cubicBezTo>
                    <a:cubicBezTo>
                      <a:pt x="2806932" y="8393636"/>
                      <a:pt x="2748032" y="8394907"/>
                      <a:pt x="2698948" y="8394907"/>
                    </a:cubicBezTo>
                    <a:cubicBezTo>
                      <a:pt x="2581148" y="8394907"/>
                      <a:pt x="2473164" y="8396177"/>
                      <a:pt x="2355364" y="8396177"/>
                    </a:cubicBezTo>
                    <a:cubicBezTo>
                      <a:pt x="2060864" y="8396177"/>
                      <a:pt x="1776179" y="8394907"/>
                      <a:pt x="1481679" y="8393636"/>
                    </a:cubicBezTo>
                    <a:cubicBezTo>
                      <a:pt x="1304979" y="8392367"/>
                      <a:pt x="1128278" y="8391097"/>
                      <a:pt x="961394" y="8389827"/>
                    </a:cubicBezTo>
                    <a:cubicBezTo>
                      <a:pt x="647260" y="8388557"/>
                      <a:pt x="333126" y="8387286"/>
                      <a:pt x="44665" y="8387286"/>
                    </a:cubicBezTo>
                    <a:cubicBezTo>
                      <a:pt x="34505" y="8387286"/>
                      <a:pt x="25615" y="8387286"/>
                      <a:pt x="15455" y="8386017"/>
                    </a:cubicBezTo>
                    <a:cubicBezTo>
                      <a:pt x="6565" y="8384747"/>
                      <a:pt x="1485" y="8378397"/>
                      <a:pt x="4025" y="8369507"/>
                    </a:cubicBezTo>
                    <a:cubicBezTo>
                      <a:pt x="12915" y="8337276"/>
                      <a:pt x="9105" y="8171729"/>
                      <a:pt x="7835" y="7999560"/>
                    </a:cubicBezTo>
                    <a:cubicBezTo>
                      <a:pt x="6565" y="7648601"/>
                      <a:pt x="2755" y="7304262"/>
                      <a:pt x="4025" y="6953303"/>
                    </a:cubicBezTo>
                    <a:cubicBezTo>
                      <a:pt x="1485" y="6516259"/>
                      <a:pt x="-3595" y="1106183"/>
                      <a:pt x="4025" y="662517"/>
                    </a:cubicBezTo>
                    <a:cubicBezTo>
                      <a:pt x="5295" y="576432"/>
                      <a:pt x="4025" y="483726"/>
                      <a:pt x="5295" y="397642"/>
                    </a:cubicBezTo>
                    <a:cubicBezTo>
                      <a:pt x="6565" y="258582"/>
                      <a:pt x="9105" y="106279"/>
                      <a:pt x="10375" y="44450"/>
                    </a:cubicBezTo>
                    <a:cubicBezTo>
                      <a:pt x="10375" y="41910"/>
                      <a:pt x="11645" y="39370"/>
                      <a:pt x="12915" y="38100"/>
                    </a:cubicBezTo>
                    <a:cubicBezTo>
                      <a:pt x="34505" y="35560"/>
                      <a:pt x="87709" y="30480"/>
                      <a:pt x="244776" y="29210"/>
                    </a:cubicBezTo>
                    <a:cubicBezTo>
                      <a:pt x="509827" y="25400"/>
                      <a:pt x="774877" y="22860"/>
                      <a:pt x="1049745" y="20320"/>
                    </a:cubicBezTo>
                    <a:cubicBezTo>
                      <a:pt x="1236262" y="17780"/>
                      <a:pt x="1422779" y="16510"/>
                      <a:pt x="1599479" y="13970"/>
                    </a:cubicBezTo>
                    <a:cubicBezTo>
                      <a:pt x="1776180" y="11430"/>
                      <a:pt x="1962697" y="8890"/>
                      <a:pt x="2139397" y="8890"/>
                    </a:cubicBezTo>
                    <a:cubicBezTo>
                      <a:pt x="2335731" y="7620"/>
                      <a:pt x="2532065" y="10160"/>
                      <a:pt x="2728398" y="8890"/>
                    </a:cubicBezTo>
                    <a:cubicBezTo>
                      <a:pt x="2973816" y="8890"/>
                      <a:pt x="7420775" y="6350"/>
                      <a:pt x="7666193" y="5080"/>
                    </a:cubicBezTo>
                    <a:cubicBezTo>
                      <a:pt x="7901793" y="3810"/>
                      <a:pt x="8137394" y="2540"/>
                      <a:pt x="8382811" y="2540"/>
                    </a:cubicBezTo>
                    <a:cubicBezTo>
                      <a:pt x="8785295" y="1270"/>
                      <a:pt x="9177963" y="0"/>
                      <a:pt x="9580447" y="0"/>
                    </a:cubicBezTo>
                    <a:cubicBezTo>
                      <a:pt x="9747331" y="0"/>
                      <a:pt x="9924031" y="2540"/>
                      <a:pt x="10090915" y="2540"/>
                    </a:cubicBezTo>
                    <a:cubicBezTo>
                      <a:pt x="10552300" y="3810"/>
                      <a:pt x="11023500" y="5080"/>
                      <a:pt x="11484885" y="7620"/>
                    </a:cubicBezTo>
                    <a:cubicBezTo>
                      <a:pt x="11730302" y="8890"/>
                      <a:pt x="11975719" y="12700"/>
                      <a:pt x="12221136" y="16510"/>
                    </a:cubicBezTo>
                    <a:cubicBezTo>
                      <a:pt x="12280036" y="16510"/>
                      <a:pt x="12338937" y="16510"/>
                      <a:pt x="12388021" y="16510"/>
                    </a:cubicBezTo>
                    <a:cubicBezTo>
                      <a:pt x="12434405" y="17780"/>
                      <a:pt x="12443295" y="20320"/>
                      <a:pt x="12453455" y="21590"/>
                    </a:cubicBezTo>
                    <a:close/>
                    <a:moveTo>
                      <a:pt x="12463615" y="8382207"/>
                    </a:moveTo>
                    <a:cubicBezTo>
                      <a:pt x="12464885" y="8365697"/>
                      <a:pt x="12466155" y="8352997"/>
                      <a:pt x="12466155" y="8340297"/>
                    </a:cubicBezTo>
                    <a:cubicBezTo>
                      <a:pt x="12464885" y="7973072"/>
                      <a:pt x="12463615" y="7622113"/>
                      <a:pt x="12463615" y="7244666"/>
                    </a:cubicBezTo>
                    <a:cubicBezTo>
                      <a:pt x="12463615" y="7072497"/>
                      <a:pt x="12466155" y="6900328"/>
                      <a:pt x="12464885" y="6728159"/>
                    </a:cubicBezTo>
                    <a:cubicBezTo>
                      <a:pt x="12464885" y="6569234"/>
                      <a:pt x="12463615" y="6403687"/>
                      <a:pt x="12462345" y="6244762"/>
                    </a:cubicBezTo>
                    <a:cubicBezTo>
                      <a:pt x="12457265" y="5999752"/>
                      <a:pt x="12445835" y="927392"/>
                      <a:pt x="12445835" y="682383"/>
                    </a:cubicBezTo>
                    <a:cubicBezTo>
                      <a:pt x="12443295" y="477104"/>
                      <a:pt x="12440755" y="265204"/>
                      <a:pt x="12438215" y="63500"/>
                    </a:cubicBezTo>
                    <a:cubicBezTo>
                      <a:pt x="12436945" y="44450"/>
                      <a:pt x="12435675" y="43180"/>
                      <a:pt x="12358570" y="41910"/>
                    </a:cubicBezTo>
                    <a:cubicBezTo>
                      <a:pt x="12329120" y="41910"/>
                      <a:pt x="12309487" y="41910"/>
                      <a:pt x="12280036" y="40640"/>
                    </a:cubicBezTo>
                    <a:cubicBezTo>
                      <a:pt x="12034620" y="36830"/>
                      <a:pt x="11779385" y="31750"/>
                      <a:pt x="11533968" y="30480"/>
                    </a:cubicBezTo>
                    <a:cubicBezTo>
                      <a:pt x="10935151" y="26670"/>
                      <a:pt x="10326516" y="25400"/>
                      <a:pt x="9727698" y="22860"/>
                    </a:cubicBezTo>
                    <a:cubicBezTo>
                      <a:pt x="9639348" y="22860"/>
                      <a:pt x="9541181" y="22860"/>
                      <a:pt x="9452830" y="22860"/>
                    </a:cubicBezTo>
                    <a:cubicBezTo>
                      <a:pt x="9305580" y="22860"/>
                      <a:pt x="9158330" y="22860"/>
                      <a:pt x="9020896" y="22860"/>
                    </a:cubicBezTo>
                    <a:cubicBezTo>
                      <a:pt x="8706763" y="22860"/>
                      <a:pt x="8392628" y="22860"/>
                      <a:pt x="8088310" y="24130"/>
                    </a:cubicBezTo>
                    <a:cubicBezTo>
                      <a:pt x="7823260" y="25400"/>
                      <a:pt x="3356666" y="29210"/>
                      <a:pt x="3091616" y="29210"/>
                    </a:cubicBezTo>
                    <a:cubicBezTo>
                      <a:pt x="2659682" y="29210"/>
                      <a:pt x="2227748" y="26670"/>
                      <a:pt x="1795813" y="33020"/>
                    </a:cubicBezTo>
                    <a:cubicBezTo>
                      <a:pt x="1570029" y="36830"/>
                      <a:pt x="1354062" y="36830"/>
                      <a:pt x="1138095" y="38100"/>
                    </a:cubicBezTo>
                    <a:cubicBezTo>
                      <a:pt x="765061" y="41910"/>
                      <a:pt x="392027" y="45720"/>
                      <a:pt x="45935" y="50800"/>
                    </a:cubicBezTo>
                    <a:cubicBezTo>
                      <a:pt x="33235" y="50800"/>
                      <a:pt x="30695" y="53340"/>
                      <a:pt x="29425" y="86413"/>
                    </a:cubicBezTo>
                    <a:cubicBezTo>
                      <a:pt x="28155" y="205607"/>
                      <a:pt x="28155" y="324801"/>
                      <a:pt x="26885" y="443995"/>
                    </a:cubicBezTo>
                    <a:cubicBezTo>
                      <a:pt x="25615" y="642651"/>
                      <a:pt x="23075" y="834686"/>
                      <a:pt x="21805" y="1033342"/>
                    </a:cubicBezTo>
                    <a:cubicBezTo>
                      <a:pt x="16725" y="1245242"/>
                      <a:pt x="23075" y="6423552"/>
                      <a:pt x="25615" y="6635452"/>
                    </a:cubicBezTo>
                    <a:cubicBezTo>
                      <a:pt x="25615" y="6860597"/>
                      <a:pt x="25615" y="7092362"/>
                      <a:pt x="26885" y="7317506"/>
                    </a:cubicBezTo>
                    <a:cubicBezTo>
                      <a:pt x="26885" y="7483053"/>
                      <a:pt x="29425" y="7648601"/>
                      <a:pt x="29425" y="7814147"/>
                    </a:cubicBezTo>
                    <a:cubicBezTo>
                      <a:pt x="29425" y="7992938"/>
                      <a:pt x="29425" y="8171729"/>
                      <a:pt x="28155" y="8340297"/>
                    </a:cubicBezTo>
                    <a:cubicBezTo>
                      <a:pt x="28155" y="8344107"/>
                      <a:pt x="28155" y="8346647"/>
                      <a:pt x="28155" y="8350457"/>
                    </a:cubicBezTo>
                    <a:cubicBezTo>
                      <a:pt x="28155" y="8360617"/>
                      <a:pt x="31965" y="8364427"/>
                      <a:pt x="40855" y="8364427"/>
                    </a:cubicBezTo>
                    <a:cubicBezTo>
                      <a:pt x="107343" y="8364427"/>
                      <a:pt x="244776" y="8365697"/>
                      <a:pt x="372393" y="8365697"/>
                    </a:cubicBezTo>
                    <a:cubicBezTo>
                      <a:pt x="558910" y="8365697"/>
                      <a:pt x="755244" y="8363157"/>
                      <a:pt x="941761" y="8365697"/>
                    </a:cubicBezTo>
                    <a:cubicBezTo>
                      <a:pt x="1246079" y="8369507"/>
                      <a:pt x="1550396" y="8372047"/>
                      <a:pt x="1854713" y="8370777"/>
                    </a:cubicBezTo>
                    <a:cubicBezTo>
                      <a:pt x="2051047" y="8369507"/>
                      <a:pt x="2237564" y="8372047"/>
                      <a:pt x="2433898" y="8372047"/>
                    </a:cubicBezTo>
                    <a:cubicBezTo>
                      <a:pt x="2718582" y="8372047"/>
                      <a:pt x="3003266" y="8370777"/>
                      <a:pt x="3287950" y="8372047"/>
                    </a:cubicBezTo>
                    <a:cubicBezTo>
                      <a:pt x="3710067" y="8373317"/>
                      <a:pt x="8343544" y="8363157"/>
                      <a:pt x="8775479" y="8365697"/>
                    </a:cubicBezTo>
                    <a:cubicBezTo>
                      <a:pt x="8961996" y="8366967"/>
                      <a:pt x="9148512" y="8368236"/>
                      <a:pt x="9325213" y="8368236"/>
                    </a:cubicBezTo>
                    <a:cubicBezTo>
                      <a:pt x="9649164" y="8370777"/>
                      <a:pt x="9963298" y="8366967"/>
                      <a:pt x="10287249" y="8370777"/>
                    </a:cubicBezTo>
                    <a:cubicBezTo>
                      <a:pt x="10552300" y="8373317"/>
                      <a:pt x="10817349" y="8373317"/>
                      <a:pt x="11082401" y="8375857"/>
                    </a:cubicBezTo>
                    <a:cubicBezTo>
                      <a:pt x="11475068" y="8379667"/>
                      <a:pt x="11867736" y="8382207"/>
                      <a:pt x="12260403" y="8383477"/>
                    </a:cubicBezTo>
                    <a:cubicBezTo>
                      <a:pt x="12407654" y="8383477"/>
                      <a:pt x="12443295" y="8382207"/>
                      <a:pt x="12463615" y="8382207"/>
                    </a:cubicBezTo>
                    <a:close/>
                  </a:path>
                </a:pathLst>
              </a:custGeom>
              <a:solidFill>
                <a:srgbClr val="9D999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148" name="Google Shape;148;p5"/>
            <p:cNvCxnSpPr/>
            <p:nvPr/>
          </p:nvCxnSpPr>
          <p:spPr>
            <a:xfrm>
              <a:off x="7610462" y="5151272"/>
              <a:ext cx="6401362" cy="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49" name="Google Shape;149;p5"/>
            <p:cNvSpPr txBox="1"/>
            <p:nvPr/>
          </p:nvSpPr>
          <p:spPr>
            <a:xfrm>
              <a:off x="7630143" y="4545238"/>
              <a:ext cx="6381680" cy="4392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3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28" u="none" cap="none" strike="noStrike">
                  <a:solidFill>
                    <a:srgbClr val="001126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6A9C8F</a:t>
              </a:r>
              <a:endParaRPr/>
            </a:p>
          </p:txBody>
        </p:sp>
        <p:grpSp>
          <p:nvGrpSpPr>
            <p:cNvPr id="150" name="Google Shape;150;p5"/>
            <p:cNvGrpSpPr/>
            <p:nvPr/>
          </p:nvGrpSpPr>
          <p:grpSpPr>
            <a:xfrm>
              <a:off x="7610352" y="5983441"/>
              <a:ext cx="6402123" cy="4306518"/>
              <a:chOff x="-215" y="0"/>
              <a:chExt cx="12486475" cy="8399281"/>
            </a:xfrm>
          </p:grpSpPr>
          <p:sp>
            <p:nvSpPr>
              <p:cNvPr id="151" name="Google Shape;151;p5"/>
              <p:cNvSpPr/>
              <p:nvPr/>
            </p:nvSpPr>
            <p:spPr>
              <a:xfrm>
                <a:off x="10160" y="16510"/>
                <a:ext cx="12462130" cy="8373317"/>
              </a:xfrm>
              <a:custGeom>
                <a:rect b="b" l="l" r="r" t="t"/>
                <a:pathLst>
                  <a:path extrusionOk="0" h="8373317" w="12462130">
                    <a:moveTo>
                      <a:pt x="12462130" y="8373317"/>
                    </a:moveTo>
                    <a:lnTo>
                      <a:pt x="0" y="8365697"/>
                    </a:lnTo>
                    <a:lnTo>
                      <a:pt x="0" y="2917312"/>
                    </a:lnTo>
                    <a:lnTo>
                      <a:pt x="17780" y="19050"/>
                    </a:lnTo>
                    <a:lnTo>
                      <a:pt x="6212765" y="0"/>
                    </a:lnTo>
                    <a:lnTo>
                      <a:pt x="12443080" y="5080"/>
                    </a:lnTo>
                    <a:close/>
                  </a:path>
                </a:pathLst>
              </a:custGeom>
              <a:solidFill>
                <a:srgbClr val="CC7A61"/>
              </a:solidFill>
              <a:ln>
                <a:noFill/>
              </a:ln>
            </p:spPr>
          </p:sp>
          <p:sp>
            <p:nvSpPr>
              <p:cNvPr id="152" name="Google Shape;152;p5"/>
              <p:cNvSpPr/>
              <p:nvPr/>
            </p:nvSpPr>
            <p:spPr>
              <a:xfrm>
                <a:off x="-215" y="0"/>
                <a:ext cx="12486475" cy="8399281"/>
              </a:xfrm>
              <a:custGeom>
                <a:rect b="b" l="l" r="r" t="t"/>
                <a:pathLst>
                  <a:path extrusionOk="0" h="8399281" w="12486475">
                    <a:moveTo>
                      <a:pt x="12453455" y="21590"/>
                    </a:moveTo>
                    <a:cubicBezTo>
                      <a:pt x="12454725" y="34290"/>
                      <a:pt x="12454725" y="44450"/>
                      <a:pt x="12455995" y="54610"/>
                    </a:cubicBezTo>
                    <a:cubicBezTo>
                      <a:pt x="12458535" y="192364"/>
                      <a:pt x="12459805" y="377776"/>
                      <a:pt x="12462345" y="556567"/>
                    </a:cubicBezTo>
                    <a:cubicBezTo>
                      <a:pt x="12462345" y="814820"/>
                      <a:pt x="12475045" y="5907046"/>
                      <a:pt x="12481395" y="6165299"/>
                    </a:cubicBezTo>
                    <a:cubicBezTo>
                      <a:pt x="12487745" y="6555990"/>
                      <a:pt x="12483935" y="6953303"/>
                      <a:pt x="12483935" y="7343994"/>
                    </a:cubicBezTo>
                    <a:cubicBezTo>
                      <a:pt x="12483935" y="7688331"/>
                      <a:pt x="12485205" y="8006181"/>
                      <a:pt x="12486475" y="8339027"/>
                    </a:cubicBezTo>
                    <a:cubicBezTo>
                      <a:pt x="12486475" y="8360617"/>
                      <a:pt x="12486475" y="8374586"/>
                      <a:pt x="12486475" y="8398717"/>
                    </a:cubicBezTo>
                    <a:cubicBezTo>
                      <a:pt x="12463615" y="8398717"/>
                      <a:pt x="12443295" y="8399986"/>
                      <a:pt x="12388021" y="8398717"/>
                    </a:cubicBezTo>
                    <a:cubicBezTo>
                      <a:pt x="11749935" y="8393636"/>
                      <a:pt x="11102033" y="8399986"/>
                      <a:pt x="10463949" y="8394907"/>
                    </a:cubicBezTo>
                    <a:cubicBezTo>
                      <a:pt x="10081098" y="8391097"/>
                      <a:pt x="9708064" y="8393636"/>
                      <a:pt x="9325213" y="8391097"/>
                    </a:cubicBezTo>
                    <a:cubicBezTo>
                      <a:pt x="9148512" y="8389827"/>
                      <a:pt x="8971812" y="8388557"/>
                      <a:pt x="8795112" y="8387286"/>
                    </a:cubicBezTo>
                    <a:cubicBezTo>
                      <a:pt x="8687128" y="8387286"/>
                      <a:pt x="8588961" y="8388557"/>
                      <a:pt x="8480977" y="8388557"/>
                    </a:cubicBezTo>
                    <a:cubicBezTo>
                      <a:pt x="8206111" y="8387286"/>
                      <a:pt x="7450225" y="8388557"/>
                      <a:pt x="7175358" y="8387286"/>
                    </a:cubicBezTo>
                    <a:cubicBezTo>
                      <a:pt x="6979025" y="8386017"/>
                      <a:pt x="3052349" y="8394907"/>
                      <a:pt x="2856015" y="8393636"/>
                    </a:cubicBezTo>
                    <a:cubicBezTo>
                      <a:pt x="2806932" y="8393636"/>
                      <a:pt x="2748032" y="8394907"/>
                      <a:pt x="2698948" y="8394907"/>
                    </a:cubicBezTo>
                    <a:cubicBezTo>
                      <a:pt x="2581148" y="8394907"/>
                      <a:pt x="2473164" y="8396177"/>
                      <a:pt x="2355364" y="8396177"/>
                    </a:cubicBezTo>
                    <a:cubicBezTo>
                      <a:pt x="2060864" y="8396177"/>
                      <a:pt x="1776179" y="8394907"/>
                      <a:pt x="1481679" y="8393636"/>
                    </a:cubicBezTo>
                    <a:cubicBezTo>
                      <a:pt x="1304979" y="8392367"/>
                      <a:pt x="1128278" y="8391097"/>
                      <a:pt x="961394" y="8389827"/>
                    </a:cubicBezTo>
                    <a:cubicBezTo>
                      <a:pt x="647260" y="8388557"/>
                      <a:pt x="333126" y="8387286"/>
                      <a:pt x="44665" y="8387286"/>
                    </a:cubicBezTo>
                    <a:cubicBezTo>
                      <a:pt x="34505" y="8387286"/>
                      <a:pt x="25615" y="8387286"/>
                      <a:pt x="15455" y="8386017"/>
                    </a:cubicBezTo>
                    <a:cubicBezTo>
                      <a:pt x="6565" y="8384747"/>
                      <a:pt x="1485" y="8378397"/>
                      <a:pt x="4025" y="8369507"/>
                    </a:cubicBezTo>
                    <a:cubicBezTo>
                      <a:pt x="12915" y="8337276"/>
                      <a:pt x="9105" y="8171729"/>
                      <a:pt x="7835" y="7999560"/>
                    </a:cubicBezTo>
                    <a:cubicBezTo>
                      <a:pt x="6565" y="7648601"/>
                      <a:pt x="2755" y="7304262"/>
                      <a:pt x="4025" y="6953303"/>
                    </a:cubicBezTo>
                    <a:cubicBezTo>
                      <a:pt x="1485" y="6516259"/>
                      <a:pt x="-3595" y="1106183"/>
                      <a:pt x="4025" y="662517"/>
                    </a:cubicBezTo>
                    <a:cubicBezTo>
                      <a:pt x="5295" y="576432"/>
                      <a:pt x="4025" y="483726"/>
                      <a:pt x="5295" y="397642"/>
                    </a:cubicBezTo>
                    <a:cubicBezTo>
                      <a:pt x="6565" y="258582"/>
                      <a:pt x="9105" y="106279"/>
                      <a:pt x="10375" y="44450"/>
                    </a:cubicBezTo>
                    <a:cubicBezTo>
                      <a:pt x="10375" y="41910"/>
                      <a:pt x="11645" y="39370"/>
                      <a:pt x="12915" y="38100"/>
                    </a:cubicBezTo>
                    <a:cubicBezTo>
                      <a:pt x="34505" y="35560"/>
                      <a:pt x="87709" y="30480"/>
                      <a:pt x="244776" y="29210"/>
                    </a:cubicBezTo>
                    <a:cubicBezTo>
                      <a:pt x="509827" y="25400"/>
                      <a:pt x="774877" y="22860"/>
                      <a:pt x="1049745" y="20320"/>
                    </a:cubicBezTo>
                    <a:cubicBezTo>
                      <a:pt x="1236262" y="17780"/>
                      <a:pt x="1422779" y="16510"/>
                      <a:pt x="1599479" y="13970"/>
                    </a:cubicBezTo>
                    <a:cubicBezTo>
                      <a:pt x="1776180" y="11430"/>
                      <a:pt x="1962697" y="8890"/>
                      <a:pt x="2139397" y="8890"/>
                    </a:cubicBezTo>
                    <a:cubicBezTo>
                      <a:pt x="2335731" y="7620"/>
                      <a:pt x="2532065" y="10160"/>
                      <a:pt x="2728398" y="8890"/>
                    </a:cubicBezTo>
                    <a:cubicBezTo>
                      <a:pt x="2973816" y="8890"/>
                      <a:pt x="7420775" y="6350"/>
                      <a:pt x="7666193" y="5080"/>
                    </a:cubicBezTo>
                    <a:cubicBezTo>
                      <a:pt x="7901793" y="3810"/>
                      <a:pt x="8137394" y="2540"/>
                      <a:pt x="8382811" y="2540"/>
                    </a:cubicBezTo>
                    <a:cubicBezTo>
                      <a:pt x="8785295" y="1270"/>
                      <a:pt x="9177963" y="0"/>
                      <a:pt x="9580447" y="0"/>
                    </a:cubicBezTo>
                    <a:cubicBezTo>
                      <a:pt x="9747331" y="0"/>
                      <a:pt x="9924031" y="2540"/>
                      <a:pt x="10090915" y="2540"/>
                    </a:cubicBezTo>
                    <a:cubicBezTo>
                      <a:pt x="10552300" y="3810"/>
                      <a:pt x="11023500" y="5080"/>
                      <a:pt x="11484885" y="7620"/>
                    </a:cubicBezTo>
                    <a:cubicBezTo>
                      <a:pt x="11730302" y="8890"/>
                      <a:pt x="11975719" y="12700"/>
                      <a:pt x="12221136" y="16510"/>
                    </a:cubicBezTo>
                    <a:cubicBezTo>
                      <a:pt x="12280036" y="16510"/>
                      <a:pt x="12338937" y="16510"/>
                      <a:pt x="12388021" y="16510"/>
                    </a:cubicBezTo>
                    <a:cubicBezTo>
                      <a:pt x="12434405" y="17780"/>
                      <a:pt x="12443295" y="20320"/>
                      <a:pt x="12453455" y="21590"/>
                    </a:cubicBezTo>
                    <a:close/>
                    <a:moveTo>
                      <a:pt x="12463615" y="8382207"/>
                    </a:moveTo>
                    <a:cubicBezTo>
                      <a:pt x="12464885" y="8365697"/>
                      <a:pt x="12466155" y="8352997"/>
                      <a:pt x="12466155" y="8340297"/>
                    </a:cubicBezTo>
                    <a:cubicBezTo>
                      <a:pt x="12464885" y="7973072"/>
                      <a:pt x="12463615" y="7622113"/>
                      <a:pt x="12463615" y="7244666"/>
                    </a:cubicBezTo>
                    <a:cubicBezTo>
                      <a:pt x="12463615" y="7072497"/>
                      <a:pt x="12466155" y="6900328"/>
                      <a:pt x="12464885" y="6728159"/>
                    </a:cubicBezTo>
                    <a:cubicBezTo>
                      <a:pt x="12464885" y="6569234"/>
                      <a:pt x="12463615" y="6403687"/>
                      <a:pt x="12462345" y="6244762"/>
                    </a:cubicBezTo>
                    <a:cubicBezTo>
                      <a:pt x="12457265" y="5999752"/>
                      <a:pt x="12445835" y="927392"/>
                      <a:pt x="12445835" y="682383"/>
                    </a:cubicBezTo>
                    <a:cubicBezTo>
                      <a:pt x="12443295" y="477104"/>
                      <a:pt x="12440755" y="265204"/>
                      <a:pt x="12438215" y="63500"/>
                    </a:cubicBezTo>
                    <a:cubicBezTo>
                      <a:pt x="12436945" y="44450"/>
                      <a:pt x="12435675" y="43180"/>
                      <a:pt x="12358570" y="41910"/>
                    </a:cubicBezTo>
                    <a:cubicBezTo>
                      <a:pt x="12329120" y="41910"/>
                      <a:pt x="12309487" y="41910"/>
                      <a:pt x="12280036" y="40640"/>
                    </a:cubicBezTo>
                    <a:cubicBezTo>
                      <a:pt x="12034620" y="36830"/>
                      <a:pt x="11779385" y="31750"/>
                      <a:pt x="11533968" y="30480"/>
                    </a:cubicBezTo>
                    <a:cubicBezTo>
                      <a:pt x="10935151" y="26670"/>
                      <a:pt x="10326516" y="25400"/>
                      <a:pt x="9727698" y="22860"/>
                    </a:cubicBezTo>
                    <a:cubicBezTo>
                      <a:pt x="9639348" y="22860"/>
                      <a:pt x="9541181" y="22860"/>
                      <a:pt x="9452830" y="22860"/>
                    </a:cubicBezTo>
                    <a:cubicBezTo>
                      <a:pt x="9305580" y="22860"/>
                      <a:pt x="9158330" y="22860"/>
                      <a:pt x="9020896" y="22860"/>
                    </a:cubicBezTo>
                    <a:cubicBezTo>
                      <a:pt x="8706763" y="22860"/>
                      <a:pt x="8392628" y="22860"/>
                      <a:pt x="8088310" y="24130"/>
                    </a:cubicBezTo>
                    <a:cubicBezTo>
                      <a:pt x="7823260" y="25400"/>
                      <a:pt x="3356666" y="29210"/>
                      <a:pt x="3091616" y="29210"/>
                    </a:cubicBezTo>
                    <a:cubicBezTo>
                      <a:pt x="2659682" y="29210"/>
                      <a:pt x="2227748" y="26670"/>
                      <a:pt x="1795813" y="33020"/>
                    </a:cubicBezTo>
                    <a:cubicBezTo>
                      <a:pt x="1570029" y="36830"/>
                      <a:pt x="1354062" y="36830"/>
                      <a:pt x="1138095" y="38100"/>
                    </a:cubicBezTo>
                    <a:cubicBezTo>
                      <a:pt x="765061" y="41910"/>
                      <a:pt x="392027" y="45720"/>
                      <a:pt x="45935" y="50800"/>
                    </a:cubicBezTo>
                    <a:cubicBezTo>
                      <a:pt x="33235" y="50800"/>
                      <a:pt x="30695" y="53340"/>
                      <a:pt x="29425" y="86413"/>
                    </a:cubicBezTo>
                    <a:cubicBezTo>
                      <a:pt x="28155" y="205607"/>
                      <a:pt x="28155" y="324801"/>
                      <a:pt x="26885" y="443995"/>
                    </a:cubicBezTo>
                    <a:cubicBezTo>
                      <a:pt x="25615" y="642651"/>
                      <a:pt x="23075" y="834686"/>
                      <a:pt x="21805" y="1033342"/>
                    </a:cubicBezTo>
                    <a:cubicBezTo>
                      <a:pt x="16725" y="1245242"/>
                      <a:pt x="23075" y="6423552"/>
                      <a:pt x="25615" y="6635452"/>
                    </a:cubicBezTo>
                    <a:cubicBezTo>
                      <a:pt x="25615" y="6860597"/>
                      <a:pt x="25615" y="7092362"/>
                      <a:pt x="26885" y="7317506"/>
                    </a:cubicBezTo>
                    <a:cubicBezTo>
                      <a:pt x="26885" y="7483053"/>
                      <a:pt x="29425" y="7648601"/>
                      <a:pt x="29425" y="7814147"/>
                    </a:cubicBezTo>
                    <a:cubicBezTo>
                      <a:pt x="29425" y="7992938"/>
                      <a:pt x="29425" y="8171729"/>
                      <a:pt x="28155" y="8340297"/>
                    </a:cubicBezTo>
                    <a:cubicBezTo>
                      <a:pt x="28155" y="8344107"/>
                      <a:pt x="28155" y="8346647"/>
                      <a:pt x="28155" y="8350457"/>
                    </a:cubicBezTo>
                    <a:cubicBezTo>
                      <a:pt x="28155" y="8360617"/>
                      <a:pt x="31965" y="8364427"/>
                      <a:pt x="40855" y="8364427"/>
                    </a:cubicBezTo>
                    <a:cubicBezTo>
                      <a:pt x="107343" y="8364427"/>
                      <a:pt x="244776" y="8365697"/>
                      <a:pt x="372393" y="8365697"/>
                    </a:cubicBezTo>
                    <a:cubicBezTo>
                      <a:pt x="558910" y="8365697"/>
                      <a:pt x="755244" y="8363157"/>
                      <a:pt x="941761" y="8365697"/>
                    </a:cubicBezTo>
                    <a:cubicBezTo>
                      <a:pt x="1246079" y="8369507"/>
                      <a:pt x="1550396" y="8372047"/>
                      <a:pt x="1854713" y="8370777"/>
                    </a:cubicBezTo>
                    <a:cubicBezTo>
                      <a:pt x="2051047" y="8369507"/>
                      <a:pt x="2237564" y="8372047"/>
                      <a:pt x="2433898" y="8372047"/>
                    </a:cubicBezTo>
                    <a:cubicBezTo>
                      <a:pt x="2718582" y="8372047"/>
                      <a:pt x="3003266" y="8370777"/>
                      <a:pt x="3287950" y="8372047"/>
                    </a:cubicBezTo>
                    <a:cubicBezTo>
                      <a:pt x="3710067" y="8373317"/>
                      <a:pt x="8343544" y="8363157"/>
                      <a:pt x="8775479" y="8365697"/>
                    </a:cubicBezTo>
                    <a:cubicBezTo>
                      <a:pt x="8961996" y="8366967"/>
                      <a:pt x="9148512" y="8368236"/>
                      <a:pt x="9325213" y="8368236"/>
                    </a:cubicBezTo>
                    <a:cubicBezTo>
                      <a:pt x="9649164" y="8370777"/>
                      <a:pt x="9963298" y="8366967"/>
                      <a:pt x="10287249" y="8370777"/>
                    </a:cubicBezTo>
                    <a:cubicBezTo>
                      <a:pt x="10552300" y="8373317"/>
                      <a:pt x="10817349" y="8373317"/>
                      <a:pt x="11082401" y="8375857"/>
                    </a:cubicBezTo>
                    <a:cubicBezTo>
                      <a:pt x="11475068" y="8379667"/>
                      <a:pt x="11867736" y="8382207"/>
                      <a:pt x="12260403" y="8383477"/>
                    </a:cubicBezTo>
                    <a:cubicBezTo>
                      <a:pt x="12407654" y="8383477"/>
                      <a:pt x="12443295" y="8382207"/>
                      <a:pt x="12463615" y="8382207"/>
                    </a:cubicBezTo>
                    <a:close/>
                  </a:path>
                </a:pathLst>
              </a:custGeom>
              <a:solidFill>
                <a:srgbClr val="9D999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153" name="Google Shape;153;p5"/>
            <p:cNvCxnSpPr/>
            <p:nvPr/>
          </p:nvCxnSpPr>
          <p:spPr>
            <a:xfrm>
              <a:off x="7610462" y="11134713"/>
              <a:ext cx="6401362" cy="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54" name="Google Shape;154;p5"/>
            <p:cNvSpPr txBox="1"/>
            <p:nvPr/>
          </p:nvSpPr>
          <p:spPr>
            <a:xfrm>
              <a:off x="7630143" y="10528679"/>
              <a:ext cx="6381680" cy="4392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3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28" u="none" cap="none" strike="noStrike">
                  <a:solidFill>
                    <a:srgbClr val="001126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CC7A61</a:t>
              </a: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BF7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9" name="Google Shape;159;p6"/>
          <p:cNvGrpSpPr/>
          <p:nvPr/>
        </p:nvGrpSpPr>
        <p:grpSpPr>
          <a:xfrm>
            <a:off x="5651777" y="1078405"/>
            <a:ext cx="2542358" cy="3229888"/>
            <a:chOff x="-215" y="0"/>
            <a:chExt cx="6611368" cy="8399281"/>
          </a:xfrm>
        </p:grpSpPr>
        <p:sp>
          <p:nvSpPr>
            <p:cNvPr id="160" name="Google Shape;160;p6"/>
            <p:cNvSpPr/>
            <p:nvPr/>
          </p:nvSpPr>
          <p:spPr>
            <a:xfrm>
              <a:off x="10160" y="16510"/>
              <a:ext cx="6587023" cy="8373317"/>
            </a:xfrm>
            <a:custGeom>
              <a:rect b="b" l="l" r="r" t="t"/>
              <a:pathLst>
                <a:path extrusionOk="0" h="8373317" w="6587023">
                  <a:moveTo>
                    <a:pt x="6587023" y="8373317"/>
                  </a:moveTo>
                  <a:lnTo>
                    <a:pt x="0" y="8365697"/>
                  </a:lnTo>
                  <a:lnTo>
                    <a:pt x="0" y="2917312"/>
                  </a:lnTo>
                  <a:lnTo>
                    <a:pt x="17780" y="19050"/>
                  </a:lnTo>
                  <a:lnTo>
                    <a:pt x="3282765" y="0"/>
                  </a:lnTo>
                  <a:lnTo>
                    <a:pt x="6567973" y="5080"/>
                  </a:lnTo>
                  <a:close/>
                </a:path>
              </a:pathLst>
            </a:custGeom>
            <a:solidFill>
              <a:srgbClr val="091B2A"/>
            </a:solidFill>
            <a:ln>
              <a:noFill/>
            </a:ln>
          </p:spPr>
        </p:sp>
        <p:sp>
          <p:nvSpPr>
            <p:cNvPr id="161" name="Google Shape;161;p6"/>
            <p:cNvSpPr/>
            <p:nvPr/>
          </p:nvSpPr>
          <p:spPr>
            <a:xfrm>
              <a:off x="-215" y="0"/>
              <a:ext cx="6611368" cy="8399281"/>
            </a:xfrm>
            <a:custGeom>
              <a:rect b="b" l="l" r="r" t="t"/>
              <a:pathLst>
                <a:path extrusionOk="0" h="8399281" w="6611368">
                  <a:moveTo>
                    <a:pt x="6578348" y="21590"/>
                  </a:moveTo>
                  <a:cubicBezTo>
                    <a:pt x="6579618" y="34290"/>
                    <a:pt x="6579618" y="44450"/>
                    <a:pt x="6580888" y="54610"/>
                  </a:cubicBezTo>
                  <a:cubicBezTo>
                    <a:pt x="6583428" y="192364"/>
                    <a:pt x="6584698" y="377776"/>
                    <a:pt x="6587238" y="556567"/>
                  </a:cubicBezTo>
                  <a:cubicBezTo>
                    <a:pt x="6587238" y="814820"/>
                    <a:pt x="6599938" y="5907046"/>
                    <a:pt x="6606288" y="6165299"/>
                  </a:cubicBezTo>
                  <a:cubicBezTo>
                    <a:pt x="6612638" y="6555990"/>
                    <a:pt x="6608828" y="6953303"/>
                    <a:pt x="6608828" y="7343994"/>
                  </a:cubicBezTo>
                  <a:cubicBezTo>
                    <a:pt x="6608828" y="7688331"/>
                    <a:pt x="6610098" y="8006181"/>
                    <a:pt x="6611368" y="8339027"/>
                  </a:cubicBezTo>
                  <a:cubicBezTo>
                    <a:pt x="6611368" y="8360617"/>
                    <a:pt x="6611368" y="8374586"/>
                    <a:pt x="6611368" y="8398717"/>
                  </a:cubicBezTo>
                  <a:cubicBezTo>
                    <a:pt x="6588508" y="8398717"/>
                    <a:pt x="6568188" y="8399986"/>
                    <a:pt x="6531969" y="8398717"/>
                  </a:cubicBezTo>
                  <a:cubicBezTo>
                    <a:pt x="6196739" y="8393636"/>
                    <a:pt x="5856353" y="8399986"/>
                    <a:pt x="5521124" y="8394907"/>
                  </a:cubicBezTo>
                  <a:cubicBezTo>
                    <a:pt x="5319986" y="8391097"/>
                    <a:pt x="5124007" y="8393636"/>
                    <a:pt x="4922869" y="8391097"/>
                  </a:cubicBezTo>
                  <a:cubicBezTo>
                    <a:pt x="4830036" y="8389827"/>
                    <a:pt x="4737204" y="8388557"/>
                    <a:pt x="4644371" y="8387286"/>
                  </a:cubicBezTo>
                  <a:cubicBezTo>
                    <a:pt x="4587640" y="8387286"/>
                    <a:pt x="4536066" y="8388557"/>
                    <a:pt x="4479335" y="8388557"/>
                  </a:cubicBezTo>
                  <a:cubicBezTo>
                    <a:pt x="4334929" y="8387286"/>
                    <a:pt x="3937811" y="8388557"/>
                    <a:pt x="3793404" y="8387286"/>
                  </a:cubicBezTo>
                  <a:cubicBezTo>
                    <a:pt x="3690257" y="8386017"/>
                    <a:pt x="1627308" y="8394907"/>
                    <a:pt x="1524161" y="8393636"/>
                  </a:cubicBezTo>
                  <a:cubicBezTo>
                    <a:pt x="1498374" y="8393636"/>
                    <a:pt x="1467430" y="8394907"/>
                    <a:pt x="1441643" y="8394907"/>
                  </a:cubicBezTo>
                  <a:cubicBezTo>
                    <a:pt x="1379754" y="8394907"/>
                    <a:pt x="1323023" y="8396177"/>
                    <a:pt x="1261135" y="8396177"/>
                  </a:cubicBezTo>
                  <a:cubicBezTo>
                    <a:pt x="1106414" y="8396177"/>
                    <a:pt x="956850" y="8394907"/>
                    <a:pt x="802129" y="8393636"/>
                  </a:cubicBezTo>
                  <a:cubicBezTo>
                    <a:pt x="709296" y="8392367"/>
                    <a:pt x="616463" y="8391097"/>
                    <a:pt x="528788" y="8389827"/>
                  </a:cubicBezTo>
                  <a:cubicBezTo>
                    <a:pt x="363752" y="8388557"/>
                    <a:pt x="198716" y="8387286"/>
                    <a:pt x="44665" y="8387286"/>
                  </a:cubicBezTo>
                  <a:cubicBezTo>
                    <a:pt x="34505" y="8387286"/>
                    <a:pt x="25615" y="8387286"/>
                    <a:pt x="15455" y="8386017"/>
                  </a:cubicBezTo>
                  <a:cubicBezTo>
                    <a:pt x="6565" y="8384747"/>
                    <a:pt x="1485" y="8378397"/>
                    <a:pt x="4025" y="8369507"/>
                  </a:cubicBezTo>
                  <a:cubicBezTo>
                    <a:pt x="12915" y="8337276"/>
                    <a:pt x="9105" y="8171729"/>
                    <a:pt x="7835" y="7999560"/>
                  </a:cubicBezTo>
                  <a:cubicBezTo>
                    <a:pt x="6565" y="7648601"/>
                    <a:pt x="2755" y="7304262"/>
                    <a:pt x="4025" y="6953303"/>
                  </a:cubicBezTo>
                  <a:cubicBezTo>
                    <a:pt x="1485" y="6516259"/>
                    <a:pt x="-3595" y="1106183"/>
                    <a:pt x="4025" y="662517"/>
                  </a:cubicBezTo>
                  <a:cubicBezTo>
                    <a:pt x="5295" y="576432"/>
                    <a:pt x="4025" y="483726"/>
                    <a:pt x="5295" y="397642"/>
                  </a:cubicBezTo>
                  <a:cubicBezTo>
                    <a:pt x="6565" y="258582"/>
                    <a:pt x="9105" y="106279"/>
                    <a:pt x="10375" y="44450"/>
                  </a:cubicBezTo>
                  <a:cubicBezTo>
                    <a:pt x="10375" y="41910"/>
                    <a:pt x="11645" y="39370"/>
                    <a:pt x="12915" y="38100"/>
                  </a:cubicBezTo>
                  <a:cubicBezTo>
                    <a:pt x="34505" y="35560"/>
                    <a:pt x="69782" y="30480"/>
                    <a:pt x="152300" y="29210"/>
                  </a:cubicBezTo>
                  <a:cubicBezTo>
                    <a:pt x="291549" y="25400"/>
                    <a:pt x="430798" y="22860"/>
                    <a:pt x="575205" y="20320"/>
                  </a:cubicBezTo>
                  <a:cubicBezTo>
                    <a:pt x="673195" y="17780"/>
                    <a:pt x="771185" y="16510"/>
                    <a:pt x="864017" y="13970"/>
                  </a:cubicBezTo>
                  <a:cubicBezTo>
                    <a:pt x="956850" y="11430"/>
                    <a:pt x="1054840" y="8890"/>
                    <a:pt x="1147673" y="8890"/>
                  </a:cubicBezTo>
                  <a:cubicBezTo>
                    <a:pt x="1250820" y="7620"/>
                    <a:pt x="1353968" y="10160"/>
                    <a:pt x="1457115" y="8890"/>
                  </a:cubicBezTo>
                  <a:cubicBezTo>
                    <a:pt x="1586049" y="8890"/>
                    <a:pt x="3922339" y="6350"/>
                    <a:pt x="4051273" y="5080"/>
                  </a:cubicBezTo>
                  <a:cubicBezTo>
                    <a:pt x="4175050" y="3810"/>
                    <a:pt x="4298827" y="2540"/>
                    <a:pt x="4427761" y="2540"/>
                  </a:cubicBezTo>
                  <a:cubicBezTo>
                    <a:pt x="4639214" y="1270"/>
                    <a:pt x="4845508" y="0"/>
                    <a:pt x="5056961" y="0"/>
                  </a:cubicBezTo>
                  <a:cubicBezTo>
                    <a:pt x="5144636" y="0"/>
                    <a:pt x="5237469" y="2540"/>
                    <a:pt x="5325144" y="2540"/>
                  </a:cubicBezTo>
                  <a:cubicBezTo>
                    <a:pt x="5567540" y="3810"/>
                    <a:pt x="5815094" y="5080"/>
                    <a:pt x="6057491" y="7620"/>
                  </a:cubicBezTo>
                  <a:cubicBezTo>
                    <a:pt x="6186425" y="8890"/>
                    <a:pt x="6315359" y="12700"/>
                    <a:pt x="6444294" y="16510"/>
                  </a:cubicBezTo>
                  <a:cubicBezTo>
                    <a:pt x="6475238" y="16510"/>
                    <a:pt x="6506182" y="16510"/>
                    <a:pt x="6531969" y="16510"/>
                  </a:cubicBezTo>
                  <a:cubicBezTo>
                    <a:pt x="6559298" y="17780"/>
                    <a:pt x="6568188" y="20320"/>
                    <a:pt x="6578348" y="21590"/>
                  </a:cubicBezTo>
                  <a:close/>
                  <a:moveTo>
                    <a:pt x="6588508" y="8382207"/>
                  </a:moveTo>
                  <a:cubicBezTo>
                    <a:pt x="6589778" y="8365697"/>
                    <a:pt x="6591048" y="8352997"/>
                    <a:pt x="6591048" y="8340297"/>
                  </a:cubicBezTo>
                  <a:cubicBezTo>
                    <a:pt x="6589778" y="7973072"/>
                    <a:pt x="6588508" y="7622113"/>
                    <a:pt x="6588508" y="7244666"/>
                  </a:cubicBezTo>
                  <a:cubicBezTo>
                    <a:pt x="6588508" y="7072497"/>
                    <a:pt x="6591048" y="6900328"/>
                    <a:pt x="6589778" y="6728159"/>
                  </a:cubicBezTo>
                  <a:cubicBezTo>
                    <a:pt x="6589778" y="6569234"/>
                    <a:pt x="6588508" y="6403687"/>
                    <a:pt x="6587238" y="6244762"/>
                  </a:cubicBezTo>
                  <a:cubicBezTo>
                    <a:pt x="6582158" y="5999752"/>
                    <a:pt x="6570728" y="927392"/>
                    <a:pt x="6570728" y="682383"/>
                  </a:cubicBezTo>
                  <a:cubicBezTo>
                    <a:pt x="6568188" y="477104"/>
                    <a:pt x="6565648" y="265204"/>
                    <a:pt x="6563108" y="63500"/>
                  </a:cubicBezTo>
                  <a:cubicBezTo>
                    <a:pt x="6561838" y="44450"/>
                    <a:pt x="6560568" y="43180"/>
                    <a:pt x="6516497" y="41910"/>
                  </a:cubicBezTo>
                  <a:cubicBezTo>
                    <a:pt x="6501025" y="41910"/>
                    <a:pt x="6490710" y="41910"/>
                    <a:pt x="6475238" y="40640"/>
                  </a:cubicBezTo>
                  <a:cubicBezTo>
                    <a:pt x="6346304" y="36830"/>
                    <a:pt x="6212212" y="31750"/>
                    <a:pt x="6083278" y="30480"/>
                  </a:cubicBezTo>
                  <a:cubicBezTo>
                    <a:pt x="5768678" y="26670"/>
                    <a:pt x="5448921" y="25400"/>
                    <a:pt x="5134321" y="22860"/>
                  </a:cubicBezTo>
                  <a:cubicBezTo>
                    <a:pt x="5087905" y="22860"/>
                    <a:pt x="5036331" y="22860"/>
                    <a:pt x="4989915" y="22860"/>
                  </a:cubicBezTo>
                  <a:cubicBezTo>
                    <a:pt x="4912554" y="22860"/>
                    <a:pt x="4835194" y="22860"/>
                    <a:pt x="4762991" y="22860"/>
                  </a:cubicBezTo>
                  <a:cubicBezTo>
                    <a:pt x="4597955" y="22860"/>
                    <a:pt x="4432918" y="22860"/>
                    <a:pt x="4273040" y="24130"/>
                  </a:cubicBezTo>
                  <a:cubicBezTo>
                    <a:pt x="4133791" y="25400"/>
                    <a:pt x="1787187" y="29210"/>
                    <a:pt x="1647938" y="29210"/>
                  </a:cubicBezTo>
                  <a:cubicBezTo>
                    <a:pt x="1421014" y="29210"/>
                    <a:pt x="1194089" y="26670"/>
                    <a:pt x="967165" y="33020"/>
                  </a:cubicBezTo>
                  <a:cubicBezTo>
                    <a:pt x="848545" y="36830"/>
                    <a:pt x="735083" y="36830"/>
                    <a:pt x="621621" y="38100"/>
                  </a:cubicBezTo>
                  <a:cubicBezTo>
                    <a:pt x="425641" y="41910"/>
                    <a:pt x="229661" y="45720"/>
                    <a:pt x="45935" y="50800"/>
                  </a:cubicBezTo>
                  <a:cubicBezTo>
                    <a:pt x="33235" y="50800"/>
                    <a:pt x="30695" y="53340"/>
                    <a:pt x="29425" y="86413"/>
                  </a:cubicBezTo>
                  <a:cubicBezTo>
                    <a:pt x="28155" y="205607"/>
                    <a:pt x="28155" y="324801"/>
                    <a:pt x="26885" y="443995"/>
                  </a:cubicBezTo>
                  <a:cubicBezTo>
                    <a:pt x="25615" y="642651"/>
                    <a:pt x="23075" y="834686"/>
                    <a:pt x="21805" y="1033342"/>
                  </a:cubicBezTo>
                  <a:cubicBezTo>
                    <a:pt x="16725" y="1245242"/>
                    <a:pt x="23075" y="6423552"/>
                    <a:pt x="25615" y="6635452"/>
                  </a:cubicBezTo>
                  <a:cubicBezTo>
                    <a:pt x="25615" y="6860597"/>
                    <a:pt x="25615" y="7092362"/>
                    <a:pt x="26885" y="7317506"/>
                  </a:cubicBezTo>
                  <a:cubicBezTo>
                    <a:pt x="26885" y="7483053"/>
                    <a:pt x="29425" y="7648601"/>
                    <a:pt x="29425" y="7814147"/>
                  </a:cubicBezTo>
                  <a:cubicBezTo>
                    <a:pt x="29425" y="7992938"/>
                    <a:pt x="29425" y="8171729"/>
                    <a:pt x="28155" y="8340297"/>
                  </a:cubicBezTo>
                  <a:cubicBezTo>
                    <a:pt x="28155" y="8344107"/>
                    <a:pt x="28155" y="8346647"/>
                    <a:pt x="28155" y="8350457"/>
                  </a:cubicBezTo>
                  <a:cubicBezTo>
                    <a:pt x="28155" y="8360617"/>
                    <a:pt x="31965" y="8364427"/>
                    <a:pt x="40855" y="8364427"/>
                  </a:cubicBezTo>
                  <a:cubicBezTo>
                    <a:pt x="80097" y="8364427"/>
                    <a:pt x="152300" y="8365697"/>
                    <a:pt x="219346" y="8365697"/>
                  </a:cubicBezTo>
                  <a:cubicBezTo>
                    <a:pt x="317336" y="8365697"/>
                    <a:pt x="420483" y="8363157"/>
                    <a:pt x="518473" y="8365697"/>
                  </a:cubicBezTo>
                  <a:cubicBezTo>
                    <a:pt x="678352" y="8369507"/>
                    <a:pt x="838231" y="8372047"/>
                    <a:pt x="998109" y="8370777"/>
                  </a:cubicBezTo>
                  <a:cubicBezTo>
                    <a:pt x="1101257" y="8369507"/>
                    <a:pt x="1199247" y="8372047"/>
                    <a:pt x="1302394" y="8372047"/>
                  </a:cubicBezTo>
                  <a:cubicBezTo>
                    <a:pt x="1451958" y="8372047"/>
                    <a:pt x="1601522" y="8370777"/>
                    <a:pt x="1751085" y="8372047"/>
                  </a:cubicBezTo>
                  <a:cubicBezTo>
                    <a:pt x="1972852" y="8373317"/>
                    <a:pt x="4407132" y="8363157"/>
                    <a:pt x="4634056" y="8365697"/>
                  </a:cubicBezTo>
                  <a:cubicBezTo>
                    <a:pt x="4732046" y="8366967"/>
                    <a:pt x="4830036" y="8368236"/>
                    <a:pt x="4922869" y="8368236"/>
                  </a:cubicBezTo>
                  <a:cubicBezTo>
                    <a:pt x="5093062" y="8370777"/>
                    <a:pt x="5258098" y="8366967"/>
                    <a:pt x="5428291" y="8370777"/>
                  </a:cubicBezTo>
                  <a:cubicBezTo>
                    <a:pt x="5567540" y="8373317"/>
                    <a:pt x="5706789" y="8373317"/>
                    <a:pt x="5846038" y="8375857"/>
                  </a:cubicBezTo>
                  <a:cubicBezTo>
                    <a:pt x="6052334" y="8379667"/>
                    <a:pt x="6258628" y="8382207"/>
                    <a:pt x="6464923" y="8383477"/>
                  </a:cubicBezTo>
                  <a:cubicBezTo>
                    <a:pt x="6542284" y="8383477"/>
                    <a:pt x="6568188" y="8382207"/>
                    <a:pt x="6588508" y="8382207"/>
                  </a:cubicBezTo>
                  <a:close/>
                </a:path>
              </a:pathLst>
            </a:custGeom>
            <a:solidFill>
              <a:srgbClr val="9D999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62" name="Google Shape;162;p6"/>
          <p:cNvCxnSpPr/>
          <p:nvPr/>
        </p:nvCxnSpPr>
        <p:spPr>
          <a:xfrm>
            <a:off x="5651860" y="4941859"/>
            <a:ext cx="2541787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3" name="Google Shape;163;p6"/>
          <p:cNvSpPr txBox="1"/>
          <p:nvPr/>
        </p:nvSpPr>
        <p:spPr>
          <a:xfrm>
            <a:off x="5651860" y="4477809"/>
            <a:ext cx="2541787" cy="338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28" u="none" cap="none" strike="noStrike">
                <a:solidFill>
                  <a:srgbClr val="0011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091B2A</a:t>
            </a:r>
            <a:endParaRPr/>
          </a:p>
        </p:txBody>
      </p:sp>
      <p:sp>
        <p:nvSpPr>
          <p:cNvPr id="164" name="Google Shape;164;p6"/>
          <p:cNvSpPr txBox="1"/>
          <p:nvPr/>
        </p:nvSpPr>
        <p:spPr>
          <a:xfrm>
            <a:off x="5651860" y="819383"/>
            <a:ext cx="2487052" cy="2568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4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12" u="none" cap="none" strike="noStrike">
                <a:solidFill>
                  <a:srgbClr val="0A1F44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Main Corporate Colour</a:t>
            </a:r>
            <a:endParaRPr/>
          </a:p>
        </p:txBody>
      </p:sp>
      <p:sp>
        <p:nvSpPr>
          <p:cNvPr id="165" name="Google Shape;165;p6"/>
          <p:cNvSpPr txBox="1"/>
          <p:nvPr/>
        </p:nvSpPr>
        <p:spPr>
          <a:xfrm>
            <a:off x="5651860" y="5311765"/>
            <a:ext cx="2392833" cy="2568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4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12" u="none" cap="none" strike="noStrike">
                <a:solidFill>
                  <a:srgbClr val="C1A45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Main Premium Colour</a:t>
            </a:r>
            <a:endParaRPr/>
          </a:p>
        </p:txBody>
      </p:sp>
      <p:grpSp>
        <p:nvGrpSpPr>
          <p:cNvPr id="166" name="Google Shape;166;p6"/>
          <p:cNvGrpSpPr/>
          <p:nvPr/>
        </p:nvGrpSpPr>
        <p:grpSpPr>
          <a:xfrm>
            <a:off x="11695546" y="1078405"/>
            <a:ext cx="2542358" cy="3229888"/>
            <a:chOff x="-215" y="0"/>
            <a:chExt cx="6611368" cy="8399281"/>
          </a:xfrm>
        </p:grpSpPr>
        <p:sp>
          <p:nvSpPr>
            <p:cNvPr id="167" name="Google Shape;167;p6"/>
            <p:cNvSpPr/>
            <p:nvPr/>
          </p:nvSpPr>
          <p:spPr>
            <a:xfrm>
              <a:off x="10160" y="16510"/>
              <a:ext cx="6587023" cy="8373317"/>
            </a:xfrm>
            <a:custGeom>
              <a:rect b="b" l="l" r="r" t="t"/>
              <a:pathLst>
                <a:path extrusionOk="0" h="8373317" w="6587023">
                  <a:moveTo>
                    <a:pt x="6587023" y="8373317"/>
                  </a:moveTo>
                  <a:lnTo>
                    <a:pt x="0" y="8365697"/>
                  </a:lnTo>
                  <a:lnTo>
                    <a:pt x="0" y="2917312"/>
                  </a:lnTo>
                  <a:lnTo>
                    <a:pt x="17780" y="19050"/>
                  </a:lnTo>
                  <a:lnTo>
                    <a:pt x="3282765" y="0"/>
                  </a:lnTo>
                  <a:lnTo>
                    <a:pt x="6567973" y="5080"/>
                  </a:lnTo>
                  <a:close/>
                </a:path>
              </a:pathLst>
            </a:custGeom>
            <a:solidFill>
              <a:srgbClr val="F7F5EF"/>
            </a:solidFill>
            <a:ln>
              <a:noFill/>
            </a:ln>
          </p:spPr>
        </p:sp>
        <p:sp>
          <p:nvSpPr>
            <p:cNvPr id="168" name="Google Shape;168;p6"/>
            <p:cNvSpPr/>
            <p:nvPr/>
          </p:nvSpPr>
          <p:spPr>
            <a:xfrm>
              <a:off x="-215" y="0"/>
              <a:ext cx="6611368" cy="8399281"/>
            </a:xfrm>
            <a:custGeom>
              <a:rect b="b" l="l" r="r" t="t"/>
              <a:pathLst>
                <a:path extrusionOk="0" h="8399281" w="6611368">
                  <a:moveTo>
                    <a:pt x="6578348" y="21590"/>
                  </a:moveTo>
                  <a:cubicBezTo>
                    <a:pt x="6579618" y="34290"/>
                    <a:pt x="6579618" y="44450"/>
                    <a:pt x="6580888" y="54610"/>
                  </a:cubicBezTo>
                  <a:cubicBezTo>
                    <a:pt x="6583428" y="192364"/>
                    <a:pt x="6584698" y="377776"/>
                    <a:pt x="6587238" y="556567"/>
                  </a:cubicBezTo>
                  <a:cubicBezTo>
                    <a:pt x="6587238" y="814820"/>
                    <a:pt x="6599938" y="5907046"/>
                    <a:pt x="6606288" y="6165299"/>
                  </a:cubicBezTo>
                  <a:cubicBezTo>
                    <a:pt x="6612638" y="6555990"/>
                    <a:pt x="6608828" y="6953303"/>
                    <a:pt x="6608828" y="7343994"/>
                  </a:cubicBezTo>
                  <a:cubicBezTo>
                    <a:pt x="6608828" y="7688331"/>
                    <a:pt x="6610098" y="8006181"/>
                    <a:pt x="6611368" y="8339027"/>
                  </a:cubicBezTo>
                  <a:cubicBezTo>
                    <a:pt x="6611368" y="8360617"/>
                    <a:pt x="6611368" y="8374586"/>
                    <a:pt x="6611368" y="8398717"/>
                  </a:cubicBezTo>
                  <a:cubicBezTo>
                    <a:pt x="6588508" y="8398717"/>
                    <a:pt x="6568188" y="8399986"/>
                    <a:pt x="6531969" y="8398717"/>
                  </a:cubicBezTo>
                  <a:cubicBezTo>
                    <a:pt x="6196739" y="8393636"/>
                    <a:pt x="5856353" y="8399986"/>
                    <a:pt x="5521124" y="8394907"/>
                  </a:cubicBezTo>
                  <a:cubicBezTo>
                    <a:pt x="5319986" y="8391097"/>
                    <a:pt x="5124007" y="8393636"/>
                    <a:pt x="4922869" y="8391097"/>
                  </a:cubicBezTo>
                  <a:cubicBezTo>
                    <a:pt x="4830036" y="8389827"/>
                    <a:pt x="4737204" y="8388557"/>
                    <a:pt x="4644371" y="8387286"/>
                  </a:cubicBezTo>
                  <a:cubicBezTo>
                    <a:pt x="4587640" y="8387286"/>
                    <a:pt x="4536066" y="8388557"/>
                    <a:pt x="4479335" y="8388557"/>
                  </a:cubicBezTo>
                  <a:cubicBezTo>
                    <a:pt x="4334929" y="8387286"/>
                    <a:pt x="3937811" y="8388557"/>
                    <a:pt x="3793404" y="8387286"/>
                  </a:cubicBezTo>
                  <a:cubicBezTo>
                    <a:pt x="3690257" y="8386017"/>
                    <a:pt x="1627308" y="8394907"/>
                    <a:pt x="1524161" y="8393636"/>
                  </a:cubicBezTo>
                  <a:cubicBezTo>
                    <a:pt x="1498374" y="8393636"/>
                    <a:pt x="1467430" y="8394907"/>
                    <a:pt x="1441643" y="8394907"/>
                  </a:cubicBezTo>
                  <a:cubicBezTo>
                    <a:pt x="1379754" y="8394907"/>
                    <a:pt x="1323023" y="8396177"/>
                    <a:pt x="1261135" y="8396177"/>
                  </a:cubicBezTo>
                  <a:cubicBezTo>
                    <a:pt x="1106414" y="8396177"/>
                    <a:pt x="956850" y="8394907"/>
                    <a:pt x="802129" y="8393636"/>
                  </a:cubicBezTo>
                  <a:cubicBezTo>
                    <a:pt x="709296" y="8392367"/>
                    <a:pt x="616463" y="8391097"/>
                    <a:pt x="528788" y="8389827"/>
                  </a:cubicBezTo>
                  <a:cubicBezTo>
                    <a:pt x="363752" y="8388557"/>
                    <a:pt x="198716" y="8387286"/>
                    <a:pt x="44665" y="8387286"/>
                  </a:cubicBezTo>
                  <a:cubicBezTo>
                    <a:pt x="34505" y="8387286"/>
                    <a:pt x="25615" y="8387286"/>
                    <a:pt x="15455" y="8386017"/>
                  </a:cubicBezTo>
                  <a:cubicBezTo>
                    <a:pt x="6565" y="8384747"/>
                    <a:pt x="1485" y="8378397"/>
                    <a:pt x="4025" y="8369507"/>
                  </a:cubicBezTo>
                  <a:cubicBezTo>
                    <a:pt x="12915" y="8337276"/>
                    <a:pt x="9105" y="8171729"/>
                    <a:pt x="7835" y="7999560"/>
                  </a:cubicBezTo>
                  <a:cubicBezTo>
                    <a:pt x="6565" y="7648601"/>
                    <a:pt x="2755" y="7304262"/>
                    <a:pt x="4025" y="6953303"/>
                  </a:cubicBezTo>
                  <a:cubicBezTo>
                    <a:pt x="1485" y="6516259"/>
                    <a:pt x="-3595" y="1106183"/>
                    <a:pt x="4025" y="662517"/>
                  </a:cubicBezTo>
                  <a:cubicBezTo>
                    <a:pt x="5295" y="576432"/>
                    <a:pt x="4025" y="483726"/>
                    <a:pt x="5295" y="397642"/>
                  </a:cubicBezTo>
                  <a:cubicBezTo>
                    <a:pt x="6565" y="258582"/>
                    <a:pt x="9105" y="106279"/>
                    <a:pt x="10375" y="44450"/>
                  </a:cubicBezTo>
                  <a:cubicBezTo>
                    <a:pt x="10375" y="41910"/>
                    <a:pt x="11645" y="39370"/>
                    <a:pt x="12915" y="38100"/>
                  </a:cubicBezTo>
                  <a:cubicBezTo>
                    <a:pt x="34505" y="35560"/>
                    <a:pt x="69782" y="30480"/>
                    <a:pt x="152300" y="29210"/>
                  </a:cubicBezTo>
                  <a:cubicBezTo>
                    <a:pt x="291549" y="25400"/>
                    <a:pt x="430798" y="22860"/>
                    <a:pt x="575205" y="20320"/>
                  </a:cubicBezTo>
                  <a:cubicBezTo>
                    <a:pt x="673195" y="17780"/>
                    <a:pt x="771185" y="16510"/>
                    <a:pt x="864017" y="13970"/>
                  </a:cubicBezTo>
                  <a:cubicBezTo>
                    <a:pt x="956850" y="11430"/>
                    <a:pt x="1054840" y="8890"/>
                    <a:pt x="1147673" y="8890"/>
                  </a:cubicBezTo>
                  <a:cubicBezTo>
                    <a:pt x="1250820" y="7620"/>
                    <a:pt x="1353968" y="10160"/>
                    <a:pt x="1457115" y="8890"/>
                  </a:cubicBezTo>
                  <a:cubicBezTo>
                    <a:pt x="1586049" y="8890"/>
                    <a:pt x="3922339" y="6350"/>
                    <a:pt x="4051273" y="5080"/>
                  </a:cubicBezTo>
                  <a:cubicBezTo>
                    <a:pt x="4175050" y="3810"/>
                    <a:pt x="4298827" y="2540"/>
                    <a:pt x="4427761" y="2540"/>
                  </a:cubicBezTo>
                  <a:cubicBezTo>
                    <a:pt x="4639214" y="1270"/>
                    <a:pt x="4845508" y="0"/>
                    <a:pt x="5056961" y="0"/>
                  </a:cubicBezTo>
                  <a:cubicBezTo>
                    <a:pt x="5144636" y="0"/>
                    <a:pt x="5237469" y="2540"/>
                    <a:pt x="5325144" y="2540"/>
                  </a:cubicBezTo>
                  <a:cubicBezTo>
                    <a:pt x="5567540" y="3810"/>
                    <a:pt x="5815094" y="5080"/>
                    <a:pt x="6057491" y="7620"/>
                  </a:cubicBezTo>
                  <a:cubicBezTo>
                    <a:pt x="6186425" y="8890"/>
                    <a:pt x="6315359" y="12700"/>
                    <a:pt x="6444294" y="16510"/>
                  </a:cubicBezTo>
                  <a:cubicBezTo>
                    <a:pt x="6475238" y="16510"/>
                    <a:pt x="6506182" y="16510"/>
                    <a:pt x="6531969" y="16510"/>
                  </a:cubicBezTo>
                  <a:cubicBezTo>
                    <a:pt x="6559298" y="17780"/>
                    <a:pt x="6568188" y="20320"/>
                    <a:pt x="6578348" y="21590"/>
                  </a:cubicBezTo>
                  <a:close/>
                  <a:moveTo>
                    <a:pt x="6588508" y="8382207"/>
                  </a:moveTo>
                  <a:cubicBezTo>
                    <a:pt x="6589778" y="8365697"/>
                    <a:pt x="6591048" y="8352997"/>
                    <a:pt x="6591048" y="8340297"/>
                  </a:cubicBezTo>
                  <a:cubicBezTo>
                    <a:pt x="6589778" y="7973072"/>
                    <a:pt x="6588508" y="7622113"/>
                    <a:pt x="6588508" y="7244666"/>
                  </a:cubicBezTo>
                  <a:cubicBezTo>
                    <a:pt x="6588508" y="7072497"/>
                    <a:pt x="6591048" y="6900328"/>
                    <a:pt x="6589778" y="6728159"/>
                  </a:cubicBezTo>
                  <a:cubicBezTo>
                    <a:pt x="6589778" y="6569234"/>
                    <a:pt x="6588508" y="6403687"/>
                    <a:pt x="6587238" y="6244762"/>
                  </a:cubicBezTo>
                  <a:cubicBezTo>
                    <a:pt x="6582158" y="5999752"/>
                    <a:pt x="6570728" y="927392"/>
                    <a:pt x="6570728" y="682383"/>
                  </a:cubicBezTo>
                  <a:cubicBezTo>
                    <a:pt x="6568188" y="477104"/>
                    <a:pt x="6565648" y="265204"/>
                    <a:pt x="6563108" y="63500"/>
                  </a:cubicBezTo>
                  <a:cubicBezTo>
                    <a:pt x="6561838" y="44450"/>
                    <a:pt x="6560568" y="43180"/>
                    <a:pt x="6516497" y="41910"/>
                  </a:cubicBezTo>
                  <a:cubicBezTo>
                    <a:pt x="6501025" y="41910"/>
                    <a:pt x="6490710" y="41910"/>
                    <a:pt x="6475238" y="40640"/>
                  </a:cubicBezTo>
                  <a:cubicBezTo>
                    <a:pt x="6346304" y="36830"/>
                    <a:pt x="6212212" y="31750"/>
                    <a:pt x="6083278" y="30480"/>
                  </a:cubicBezTo>
                  <a:cubicBezTo>
                    <a:pt x="5768678" y="26670"/>
                    <a:pt x="5448921" y="25400"/>
                    <a:pt x="5134321" y="22860"/>
                  </a:cubicBezTo>
                  <a:cubicBezTo>
                    <a:pt x="5087905" y="22860"/>
                    <a:pt x="5036331" y="22860"/>
                    <a:pt x="4989915" y="22860"/>
                  </a:cubicBezTo>
                  <a:cubicBezTo>
                    <a:pt x="4912554" y="22860"/>
                    <a:pt x="4835194" y="22860"/>
                    <a:pt x="4762991" y="22860"/>
                  </a:cubicBezTo>
                  <a:cubicBezTo>
                    <a:pt x="4597955" y="22860"/>
                    <a:pt x="4432918" y="22860"/>
                    <a:pt x="4273040" y="24130"/>
                  </a:cubicBezTo>
                  <a:cubicBezTo>
                    <a:pt x="4133791" y="25400"/>
                    <a:pt x="1787187" y="29210"/>
                    <a:pt x="1647938" y="29210"/>
                  </a:cubicBezTo>
                  <a:cubicBezTo>
                    <a:pt x="1421014" y="29210"/>
                    <a:pt x="1194089" y="26670"/>
                    <a:pt x="967165" y="33020"/>
                  </a:cubicBezTo>
                  <a:cubicBezTo>
                    <a:pt x="848545" y="36830"/>
                    <a:pt x="735083" y="36830"/>
                    <a:pt x="621621" y="38100"/>
                  </a:cubicBezTo>
                  <a:cubicBezTo>
                    <a:pt x="425641" y="41910"/>
                    <a:pt x="229661" y="45720"/>
                    <a:pt x="45935" y="50800"/>
                  </a:cubicBezTo>
                  <a:cubicBezTo>
                    <a:pt x="33235" y="50800"/>
                    <a:pt x="30695" y="53340"/>
                    <a:pt x="29425" y="86413"/>
                  </a:cubicBezTo>
                  <a:cubicBezTo>
                    <a:pt x="28155" y="205607"/>
                    <a:pt x="28155" y="324801"/>
                    <a:pt x="26885" y="443995"/>
                  </a:cubicBezTo>
                  <a:cubicBezTo>
                    <a:pt x="25615" y="642651"/>
                    <a:pt x="23075" y="834686"/>
                    <a:pt x="21805" y="1033342"/>
                  </a:cubicBezTo>
                  <a:cubicBezTo>
                    <a:pt x="16725" y="1245242"/>
                    <a:pt x="23075" y="6423552"/>
                    <a:pt x="25615" y="6635452"/>
                  </a:cubicBezTo>
                  <a:cubicBezTo>
                    <a:pt x="25615" y="6860597"/>
                    <a:pt x="25615" y="7092362"/>
                    <a:pt x="26885" y="7317506"/>
                  </a:cubicBezTo>
                  <a:cubicBezTo>
                    <a:pt x="26885" y="7483053"/>
                    <a:pt x="29425" y="7648601"/>
                    <a:pt x="29425" y="7814147"/>
                  </a:cubicBezTo>
                  <a:cubicBezTo>
                    <a:pt x="29425" y="7992938"/>
                    <a:pt x="29425" y="8171729"/>
                    <a:pt x="28155" y="8340297"/>
                  </a:cubicBezTo>
                  <a:cubicBezTo>
                    <a:pt x="28155" y="8344107"/>
                    <a:pt x="28155" y="8346647"/>
                    <a:pt x="28155" y="8350457"/>
                  </a:cubicBezTo>
                  <a:cubicBezTo>
                    <a:pt x="28155" y="8360617"/>
                    <a:pt x="31965" y="8364427"/>
                    <a:pt x="40855" y="8364427"/>
                  </a:cubicBezTo>
                  <a:cubicBezTo>
                    <a:pt x="80097" y="8364427"/>
                    <a:pt x="152300" y="8365697"/>
                    <a:pt x="219346" y="8365697"/>
                  </a:cubicBezTo>
                  <a:cubicBezTo>
                    <a:pt x="317336" y="8365697"/>
                    <a:pt x="420483" y="8363157"/>
                    <a:pt x="518473" y="8365697"/>
                  </a:cubicBezTo>
                  <a:cubicBezTo>
                    <a:pt x="678352" y="8369507"/>
                    <a:pt x="838231" y="8372047"/>
                    <a:pt x="998109" y="8370777"/>
                  </a:cubicBezTo>
                  <a:cubicBezTo>
                    <a:pt x="1101257" y="8369507"/>
                    <a:pt x="1199247" y="8372047"/>
                    <a:pt x="1302394" y="8372047"/>
                  </a:cubicBezTo>
                  <a:cubicBezTo>
                    <a:pt x="1451958" y="8372047"/>
                    <a:pt x="1601522" y="8370777"/>
                    <a:pt x="1751085" y="8372047"/>
                  </a:cubicBezTo>
                  <a:cubicBezTo>
                    <a:pt x="1972852" y="8373317"/>
                    <a:pt x="4407132" y="8363157"/>
                    <a:pt x="4634056" y="8365697"/>
                  </a:cubicBezTo>
                  <a:cubicBezTo>
                    <a:pt x="4732046" y="8366967"/>
                    <a:pt x="4830036" y="8368236"/>
                    <a:pt x="4922869" y="8368236"/>
                  </a:cubicBezTo>
                  <a:cubicBezTo>
                    <a:pt x="5093062" y="8370777"/>
                    <a:pt x="5258098" y="8366967"/>
                    <a:pt x="5428291" y="8370777"/>
                  </a:cubicBezTo>
                  <a:cubicBezTo>
                    <a:pt x="5567540" y="8373317"/>
                    <a:pt x="5706789" y="8373317"/>
                    <a:pt x="5846038" y="8375857"/>
                  </a:cubicBezTo>
                  <a:cubicBezTo>
                    <a:pt x="6052334" y="8379667"/>
                    <a:pt x="6258628" y="8382207"/>
                    <a:pt x="6464923" y="8383477"/>
                  </a:cubicBezTo>
                  <a:cubicBezTo>
                    <a:pt x="6542284" y="8383477"/>
                    <a:pt x="6568188" y="8382207"/>
                    <a:pt x="6588508" y="8382207"/>
                  </a:cubicBezTo>
                  <a:close/>
                </a:path>
              </a:pathLst>
            </a:custGeom>
            <a:solidFill>
              <a:srgbClr val="9D999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69" name="Google Shape;169;p6"/>
          <p:cNvCxnSpPr/>
          <p:nvPr/>
        </p:nvCxnSpPr>
        <p:spPr>
          <a:xfrm>
            <a:off x="11695629" y="4941859"/>
            <a:ext cx="2541787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0" name="Google Shape;170;p6"/>
          <p:cNvSpPr txBox="1"/>
          <p:nvPr/>
        </p:nvSpPr>
        <p:spPr>
          <a:xfrm>
            <a:off x="11695629" y="4477809"/>
            <a:ext cx="2541787" cy="338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28" u="none" cap="none" strike="noStrike">
                <a:solidFill>
                  <a:srgbClr val="0011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F7F5EF</a:t>
            </a:r>
            <a:endParaRPr/>
          </a:p>
        </p:txBody>
      </p:sp>
      <p:grpSp>
        <p:nvGrpSpPr>
          <p:cNvPr id="171" name="Google Shape;171;p6"/>
          <p:cNvGrpSpPr/>
          <p:nvPr/>
        </p:nvGrpSpPr>
        <p:grpSpPr>
          <a:xfrm>
            <a:off x="11695546" y="5565985"/>
            <a:ext cx="2542358" cy="3229888"/>
            <a:chOff x="-215" y="0"/>
            <a:chExt cx="6611368" cy="8399281"/>
          </a:xfrm>
        </p:grpSpPr>
        <p:sp>
          <p:nvSpPr>
            <p:cNvPr id="172" name="Google Shape;172;p6"/>
            <p:cNvSpPr/>
            <p:nvPr/>
          </p:nvSpPr>
          <p:spPr>
            <a:xfrm>
              <a:off x="10160" y="16510"/>
              <a:ext cx="6587023" cy="8373317"/>
            </a:xfrm>
            <a:custGeom>
              <a:rect b="b" l="l" r="r" t="t"/>
              <a:pathLst>
                <a:path extrusionOk="0" h="8373317" w="6587023">
                  <a:moveTo>
                    <a:pt x="6587023" y="8373317"/>
                  </a:moveTo>
                  <a:lnTo>
                    <a:pt x="0" y="8365697"/>
                  </a:lnTo>
                  <a:lnTo>
                    <a:pt x="0" y="2917312"/>
                  </a:lnTo>
                  <a:lnTo>
                    <a:pt x="17780" y="19050"/>
                  </a:lnTo>
                  <a:lnTo>
                    <a:pt x="3282765" y="0"/>
                  </a:lnTo>
                  <a:lnTo>
                    <a:pt x="6567973" y="5080"/>
                  </a:lnTo>
                  <a:close/>
                </a:path>
              </a:pathLst>
            </a:custGeom>
            <a:solidFill>
              <a:srgbClr val="8A7A63"/>
            </a:solidFill>
            <a:ln>
              <a:noFill/>
            </a:ln>
          </p:spPr>
        </p:sp>
        <p:sp>
          <p:nvSpPr>
            <p:cNvPr id="173" name="Google Shape;173;p6"/>
            <p:cNvSpPr/>
            <p:nvPr/>
          </p:nvSpPr>
          <p:spPr>
            <a:xfrm>
              <a:off x="-215" y="0"/>
              <a:ext cx="6611368" cy="8399281"/>
            </a:xfrm>
            <a:custGeom>
              <a:rect b="b" l="l" r="r" t="t"/>
              <a:pathLst>
                <a:path extrusionOk="0" h="8399281" w="6611368">
                  <a:moveTo>
                    <a:pt x="6578348" y="21590"/>
                  </a:moveTo>
                  <a:cubicBezTo>
                    <a:pt x="6579618" y="34290"/>
                    <a:pt x="6579618" y="44450"/>
                    <a:pt x="6580888" y="54610"/>
                  </a:cubicBezTo>
                  <a:cubicBezTo>
                    <a:pt x="6583428" y="192364"/>
                    <a:pt x="6584698" y="377776"/>
                    <a:pt x="6587238" y="556567"/>
                  </a:cubicBezTo>
                  <a:cubicBezTo>
                    <a:pt x="6587238" y="814820"/>
                    <a:pt x="6599938" y="5907046"/>
                    <a:pt x="6606288" y="6165299"/>
                  </a:cubicBezTo>
                  <a:cubicBezTo>
                    <a:pt x="6612638" y="6555990"/>
                    <a:pt x="6608828" y="6953303"/>
                    <a:pt x="6608828" y="7343994"/>
                  </a:cubicBezTo>
                  <a:cubicBezTo>
                    <a:pt x="6608828" y="7688331"/>
                    <a:pt x="6610098" y="8006181"/>
                    <a:pt x="6611368" y="8339027"/>
                  </a:cubicBezTo>
                  <a:cubicBezTo>
                    <a:pt x="6611368" y="8360617"/>
                    <a:pt x="6611368" y="8374586"/>
                    <a:pt x="6611368" y="8398717"/>
                  </a:cubicBezTo>
                  <a:cubicBezTo>
                    <a:pt x="6588508" y="8398717"/>
                    <a:pt x="6568188" y="8399986"/>
                    <a:pt x="6531969" y="8398717"/>
                  </a:cubicBezTo>
                  <a:cubicBezTo>
                    <a:pt x="6196739" y="8393636"/>
                    <a:pt x="5856353" y="8399986"/>
                    <a:pt x="5521124" y="8394907"/>
                  </a:cubicBezTo>
                  <a:cubicBezTo>
                    <a:pt x="5319986" y="8391097"/>
                    <a:pt x="5124007" y="8393636"/>
                    <a:pt x="4922869" y="8391097"/>
                  </a:cubicBezTo>
                  <a:cubicBezTo>
                    <a:pt x="4830036" y="8389827"/>
                    <a:pt x="4737204" y="8388557"/>
                    <a:pt x="4644371" y="8387286"/>
                  </a:cubicBezTo>
                  <a:cubicBezTo>
                    <a:pt x="4587640" y="8387286"/>
                    <a:pt x="4536066" y="8388557"/>
                    <a:pt x="4479335" y="8388557"/>
                  </a:cubicBezTo>
                  <a:cubicBezTo>
                    <a:pt x="4334929" y="8387286"/>
                    <a:pt x="3937811" y="8388557"/>
                    <a:pt x="3793404" y="8387286"/>
                  </a:cubicBezTo>
                  <a:cubicBezTo>
                    <a:pt x="3690257" y="8386017"/>
                    <a:pt x="1627308" y="8394907"/>
                    <a:pt x="1524161" y="8393636"/>
                  </a:cubicBezTo>
                  <a:cubicBezTo>
                    <a:pt x="1498374" y="8393636"/>
                    <a:pt x="1467430" y="8394907"/>
                    <a:pt x="1441643" y="8394907"/>
                  </a:cubicBezTo>
                  <a:cubicBezTo>
                    <a:pt x="1379754" y="8394907"/>
                    <a:pt x="1323023" y="8396177"/>
                    <a:pt x="1261135" y="8396177"/>
                  </a:cubicBezTo>
                  <a:cubicBezTo>
                    <a:pt x="1106414" y="8396177"/>
                    <a:pt x="956850" y="8394907"/>
                    <a:pt x="802129" y="8393636"/>
                  </a:cubicBezTo>
                  <a:cubicBezTo>
                    <a:pt x="709296" y="8392367"/>
                    <a:pt x="616463" y="8391097"/>
                    <a:pt x="528788" y="8389827"/>
                  </a:cubicBezTo>
                  <a:cubicBezTo>
                    <a:pt x="363752" y="8388557"/>
                    <a:pt x="198716" y="8387286"/>
                    <a:pt x="44665" y="8387286"/>
                  </a:cubicBezTo>
                  <a:cubicBezTo>
                    <a:pt x="34505" y="8387286"/>
                    <a:pt x="25615" y="8387286"/>
                    <a:pt x="15455" y="8386017"/>
                  </a:cubicBezTo>
                  <a:cubicBezTo>
                    <a:pt x="6565" y="8384747"/>
                    <a:pt x="1485" y="8378397"/>
                    <a:pt x="4025" y="8369507"/>
                  </a:cubicBezTo>
                  <a:cubicBezTo>
                    <a:pt x="12915" y="8337276"/>
                    <a:pt x="9105" y="8171729"/>
                    <a:pt x="7835" y="7999560"/>
                  </a:cubicBezTo>
                  <a:cubicBezTo>
                    <a:pt x="6565" y="7648601"/>
                    <a:pt x="2755" y="7304262"/>
                    <a:pt x="4025" y="6953303"/>
                  </a:cubicBezTo>
                  <a:cubicBezTo>
                    <a:pt x="1485" y="6516259"/>
                    <a:pt x="-3595" y="1106183"/>
                    <a:pt x="4025" y="662517"/>
                  </a:cubicBezTo>
                  <a:cubicBezTo>
                    <a:pt x="5295" y="576432"/>
                    <a:pt x="4025" y="483726"/>
                    <a:pt x="5295" y="397642"/>
                  </a:cubicBezTo>
                  <a:cubicBezTo>
                    <a:pt x="6565" y="258582"/>
                    <a:pt x="9105" y="106279"/>
                    <a:pt x="10375" y="44450"/>
                  </a:cubicBezTo>
                  <a:cubicBezTo>
                    <a:pt x="10375" y="41910"/>
                    <a:pt x="11645" y="39370"/>
                    <a:pt x="12915" y="38100"/>
                  </a:cubicBezTo>
                  <a:cubicBezTo>
                    <a:pt x="34505" y="35560"/>
                    <a:pt x="69782" y="30480"/>
                    <a:pt x="152300" y="29210"/>
                  </a:cubicBezTo>
                  <a:cubicBezTo>
                    <a:pt x="291549" y="25400"/>
                    <a:pt x="430798" y="22860"/>
                    <a:pt x="575205" y="20320"/>
                  </a:cubicBezTo>
                  <a:cubicBezTo>
                    <a:pt x="673195" y="17780"/>
                    <a:pt x="771185" y="16510"/>
                    <a:pt x="864017" y="13970"/>
                  </a:cubicBezTo>
                  <a:cubicBezTo>
                    <a:pt x="956850" y="11430"/>
                    <a:pt x="1054840" y="8890"/>
                    <a:pt x="1147673" y="8890"/>
                  </a:cubicBezTo>
                  <a:cubicBezTo>
                    <a:pt x="1250820" y="7620"/>
                    <a:pt x="1353968" y="10160"/>
                    <a:pt x="1457115" y="8890"/>
                  </a:cubicBezTo>
                  <a:cubicBezTo>
                    <a:pt x="1586049" y="8890"/>
                    <a:pt x="3922339" y="6350"/>
                    <a:pt x="4051273" y="5080"/>
                  </a:cubicBezTo>
                  <a:cubicBezTo>
                    <a:pt x="4175050" y="3810"/>
                    <a:pt x="4298827" y="2540"/>
                    <a:pt x="4427761" y="2540"/>
                  </a:cubicBezTo>
                  <a:cubicBezTo>
                    <a:pt x="4639214" y="1270"/>
                    <a:pt x="4845508" y="0"/>
                    <a:pt x="5056961" y="0"/>
                  </a:cubicBezTo>
                  <a:cubicBezTo>
                    <a:pt x="5144636" y="0"/>
                    <a:pt x="5237469" y="2540"/>
                    <a:pt x="5325144" y="2540"/>
                  </a:cubicBezTo>
                  <a:cubicBezTo>
                    <a:pt x="5567540" y="3810"/>
                    <a:pt x="5815094" y="5080"/>
                    <a:pt x="6057491" y="7620"/>
                  </a:cubicBezTo>
                  <a:cubicBezTo>
                    <a:pt x="6186425" y="8890"/>
                    <a:pt x="6315359" y="12700"/>
                    <a:pt x="6444294" y="16510"/>
                  </a:cubicBezTo>
                  <a:cubicBezTo>
                    <a:pt x="6475238" y="16510"/>
                    <a:pt x="6506182" y="16510"/>
                    <a:pt x="6531969" y="16510"/>
                  </a:cubicBezTo>
                  <a:cubicBezTo>
                    <a:pt x="6559298" y="17780"/>
                    <a:pt x="6568188" y="20320"/>
                    <a:pt x="6578348" y="21590"/>
                  </a:cubicBezTo>
                  <a:close/>
                  <a:moveTo>
                    <a:pt x="6588508" y="8382207"/>
                  </a:moveTo>
                  <a:cubicBezTo>
                    <a:pt x="6589778" y="8365697"/>
                    <a:pt x="6591048" y="8352997"/>
                    <a:pt x="6591048" y="8340297"/>
                  </a:cubicBezTo>
                  <a:cubicBezTo>
                    <a:pt x="6589778" y="7973072"/>
                    <a:pt x="6588508" y="7622113"/>
                    <a:pt x="6588508" y="7244666"/>
                  </a:cubicBezTo>
                  <a:cubicBezTo>
                    <a:pt x="6588508" y="7072497"/>
                    <a:pt x="6591048" y="6900328"/>
                    <a:pt x="6589778" y="6728159"/>
                  </a:cubicBezTo>
                  <a:cubicBezTo>
                    <a:pt x="6589778" y="6569234"/>
                    <a:pt x="6588508" y="6403687"/>
                    <a:pt x="6587238" y="6244762"/>
                  </a:cubicBezTo>
                  <a:cubicBezTo>
                    <a:pt x="6582158" y="5999752"/>
                    <a:pt x="6570728" y="927392"/>
                    <a:pt x="6570728" y="682383"/>
                  </a:cubicBezTo>
                  <a:cubicBezTo>
                    <a:pt x="6568188" y="477104"/>
                    <a:pt x="6565648" y="265204"/>
                    <a:pt x="6563108" y="63500"/>
                  </a:cubicBezTo>
                  <a:cubicBezTo>
                    <a:pt x="6561838" y="44450"/>
                    <a:pt x="6560568" y="43180"/>
                    <a:pt x="6516497" y="41910"/>
                  </a:cubicBezTo>
                  <a:cubicBezTo>
                    <a:pt x="6501025" y="41910"/>
                    <a:pt x="6490710" y="41910"/>
                    <a:pt x="6475238" y="40640"/>
                  </a:cubicBezTo>
                  <a:cubicBezTo>
                    <a:pt x="6346304" y="36830"/>
                    <a:pt x="6212212" y="31750"/>
                    <a:pt x="6083278" y="30480"/>
                  </a:cubicBezTo>
                  <a:cubicBezTo>
                    <a:pt x="5768678" y="26670"/>
                    <a:pt x="5448921" y="25400"/>
                    <a:pt x="5134321" y="22860"/>
                  </a:cubicBezTo>
                  <a:cubicBezTo>
                    <a:pt x="5087905" y="22860"/>
                    <a:pt x="5036331" y="22860"/>
                    <a:pt x="4989915" y="22860"/>
                  </a:cubicBezTo>
                  <a:cubicBezTo>
                    <a:pt x="4912554" y="22860"/>
                    <a:pt x="4835194" y="22860"/>
                    <a:pt x="4762991" y="22860"/>
                  </a:cubicBezTo>
                  <a:cubicBezTo>
                    <a:pt x="4597955" y="22860"/>
                    <a:pt x="4432918" y="22860"/>
                    <a:pt x="4273040" y="24130"/>
                  </a:cubicBezTo>
                  <a:cubicBezTo>
                    <a:pt x="4133791" y="25400"/>
                    <a:pt x="1787187" y="29210"/>
                    <a:pt x="1647938" y="29210"/>
                  </a:cubicBezTo>
                  <a:cubicBezTo>
                    <a:pt x="1421014" y="29210"/>
                    <a:pt x="1194089" y="26670"/>
                    <a:pt x="967165" y="33020"/>
                  </a:cubicBezTo>
                  <a:cubicBezTo>
                    <a:pt x="848545" y="36830"/>
                    <a:pt x="735083" y="36830"/>
                    <a:pt x="621621" y="38100"/>
                  </a:cubicBezTo>
                  <a:cubicBezTo>
                    <a:pt x="425641" y="41910"/>
                    <a:pt x="229661" y="45720"/>
                    <a:pt x="45935" y="50800"/>
                  </a:cubicBezTo>
                  <a:cubicBezTo>
                    <a:pt x="33235" y="50800"/>
                    <a:pt x="30695" y="53340"/>
                    <a:pt x="29425" y="86413"/>
                  </a:cubicBezTo>
                  <a:cubicBezTo>
                    <a:pt x="28155" y="205607"/>
                    <a:pt x="28155" y="324801"/>
                    <a:pt x="26885" y="443995"/>
                  </a:cubicBezTo>
                  <a:cubicBezTo>
                    <a:pt x="25615" y="642651"/>
                    <a:pt x="23075" y="834686"/>
                    <a:pt x="21805" y="1033342"/>
                  </a:cubicBezTo>
                  <a:cubicBezTo>
                    <a:pt x="16725" y="1245242"/>
                    <a:pt x="23075" y="6423552"/>
                    <a:pt x="25615" y="6635452"/>
                  </a:cubicBezTo>
                  <a:cubicBezTo>
                    <a:pt x="25615" y="6860597"/>
                    <a:pt x="25615" y="7092362"/>
                    <a:pt x="26885" y="7317506"/>
                  </a:cubicBezTo>
                  <a:cubicBezTo>
                    <a:pt x="26885" y="7483053"/>
                    <a:pt x="29425" y="7648601"/>
                    <a:pt x="29425" y="7814147"/>
                  </a:cubicBezTo>
                  <a:cubicBezTo>
                    <a:pt x="29425" y="7992938"/>
                    <a:pt x="29425" y="8171729"/>
                    <a:pt x="28155" y="8340297"/>
                  </a:cubicBezTo>
                  <a:cubicBezTo>
                    <a:pt x="28155" y="8344107"/>
                    <a:pt x="28155" y="8346647"/>
                    <a:pt x="28155" y="8350457"/>
                  </a:cubicBezTo>
                  <a:cubicBezTo>
                    <a:pt x="28155" y="8360617"/>
                    <a:pt x="31965" y="8364427"/>
                    <a:pt x="40855" y="8364427"/>
                  </a:cubicBezTo>
                  <a:cubicBezTo>
                    <a:pt x="80097" y="8364427"/>
                    <a:pt x="152300" y="8365697"/>
                    <a:pt x="219346" y="8365697"/>
                  </a:cubicBezTo>
                  <a:cubicBezTo>
                    <a:pt x="317336" y="8365697"/>
                    <a:pt x="420483" y="8363157"/>
                    <a:pt x="518473" y="8365697"/>
                  </a:cubicBezTo>
                  <a:cubicBezTo>
                    <a:pt x="678352" y="8369507"/>
                    <a:pt x="838231" y="8372047"/>
                    <a:pt x="998109" y="8370777"/>
                  </a:cubicBezTo>
                  <a:cubicBezTo>
                    <a:pt x="1101257" y="8369507"/>
                    <a:pt x="1199247" y="8372047"/>
                    <a:pt x="1302394" y="8372047"/>
                  </a:cubicBezTo>
                  <a:cubicBezTo>
                    <a:pt x="1451958" y="8372047"/>
                    <a:pt x="1601522" y="8370777"/>
                    <a:pt x="1751085" y="8372047"/>
                  </a:cubicBezTo>
                  <a:cubicBezTo>
                    <a:pt x="1972852" y="8373317"/>
                    <a:pt x="4407132" y="8363157"/>
                    <a:pt x="4634056" y="8365697"/>
                  </a:cubicBezTo>
                  <a:cubicBezTo>
                    <a:pt x="4732046" y="8366967"/>
                    <a:pt x="4830036" y="8368236"/>
                    <a:pt x="4922869" y="8368236"/>
                  </a:cubicBezTo>
                  <a:cubicBezTo>
                    <a:pt x="5093062" y="8370777"/>
                    <a:pt x="5258098" y="8366967"/>
                    <a:pt x="5428291" y="8370777"/>
                  </a:cubicBezTo>
                  <a:cubicBezTo>
                    <a:pt x="5567540" y="8373317"/>
                    <a:pt x="5706789" y="8373317"/>
                    <a:pt x="5846038" y="8375857"/>
                  </a:cubicBezTo>
                  <a:cubicBezTo>
                    <a:pt x="6052334" y="8379667"/>
                    <a:pt x="6258628" y="8382207"/>
                    <a:pt x="6464923" y="8383477"/>
                  </a:cubicBezTo>
                  <a:cubicBezTo>
                    <a:pt x="6542284" y="8383477"/>
                    <a:pt x="6568188" y="8382207"/>
                    <a:pt x="6588508" y="8382207"/>
                  </a:cubicBezTo>
                  <a:close/>
                </a:path>
              </a:pathLst>
            </a:custGeom>
            <a:solidFill>
              <a:srgbClr val="9D999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74" name="Google Shape;174;p6"/>
          <p:cNvCxnSpPr/>
          <p:nvPr/>
        </p:nvCxnSpPr>
        <p:spPr>
          <a:xfrm>
            <a:off x="11695629" y="9429440"/>
            <a:ext cx="2541787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5" name="Google Shape;175;p6"/>
          <p:cNvSpPr txBox="1"/>
          <p:nvPr/>
        </p:nvSpPr>
        <p:spPr>
          <a:xfrm>
            <a:off x="11695629" y="8965389"/>
            <a:ext cx="2541787" cy="338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28" u="none" cap="none" strike="noStrike">
                <a:solidFill>
                  <a:srgbClr val="0011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8A7A63</a:t>
            </a:r>
            <a:endParaRPr/>
          </a:p>
        </p:txBody>
      </p:sp>
      <p:grpSp>
        <p:nvGrpSpPr>
          <p:cNvPr id="176" name="Google Shape;176;p6"/>
          <p:cNvGrpSpPr/>
          <p:nvPr/>
        </p:nvGrpSpPr>
        <p:grpSpPr>
          <a:xfrm>
            <a:off x="14717430" y="1078405"/>
            <a:ext cx="2542358" cy="3229888"/>
            <a:chOff x="-215" y="0"/>
            <a:chExt cx="6611368" cy="8399281"/>
          </a:xfrm>
        </p:grpSpPr>
        <p:sp>
          <p:nvSpPr>
            <p:cNvPr id="177" name="Google Shape;177;p6"/>
            <p:cNvSpPr/>
            <p:nvPr/>
          </p:nvSpPr>
          <p:spPr>
            <a:xfrm>
              <a:off x="10160" y="16510"/>
              <a:ext cx="6587023" cy="8373317"/>
            </a:xfrm>
            <a:custGeom>
              <a:rect b="b" l="l" r="r" t="t"/>
              <a:pathLst>
                <a:path extrusionOk="0" h="8373317" w="6587023">
                  <a:moveTo>
                    <a:pt x="6587023" y="8373317"/>
                  </a:moveTo>
                  <a:lnTo>
                    <a:pt x="0" y="8365697"/>
                  </a:lnTo>
                  <a:lnTo>
                    <a:pt x="0" y="2917312"/>
                  </a:lnTo>
                  <a:lnTo>
                    <a:pt x="17780" y="19050"/>
                  </a:lnTo>
                  <a:lnTo>
                    <a:pt x="3282765" y="0"/>
                  </a:lnTo>
                  <a:lnTo>
                    <a:pt x="6567973" y="5080"/>
                  </a:lnTo>
                  <a:close/>
                </a:path>
              </a:pathLst>
            </a:custGeom>
            <a:solidFill>
              <a:srgbClr val="6A9C8F"/>
            </a:solidFill>
            <a:ln>
              <a:noFill/>
            </a:ln>
          </p:spPr>
        </p:sp>
        <p:sp>
          <p:nvSpPr>
            <p:cNvPr id="178" name="Google Shape;178;p6"/>
            <p:cNvSpPr/>
            <p:nvPr/>
          </p:nvSpPr>
          <p:spPr>
            <a:xfrm>
              <a:off x="-215" y="0"/>
              <a:ext cx="6611368" cy="8399281"/>
            </a:xfrm>
            <a:custGeom>
              <a:rect b="b" l="l" r="r" t="t"/>
              <a:pathLst>
                <a:path extrusionOk="0" h="8399281" w="6611368">
                  <a:moveTo>
                    <a:pt x="6578348" y="21590"/>
                  </a:moveTo>
                  <a:cubicBezTo>
                    <a:pt x="6579618" y="34290"/>
                    <a:pt x="6579618" y="44450"/>
                    <a:pt x="6580888" y="54610"/>
                  </a:cubicBezTo>
                  <a:cubicBezTo>
                    <a:pt x="6583428" y="192364"/>
                    <a:pt x="6584698" y="377776"/>
                    <a:pt x="6587238" y="556567"/>
                  </a:cubicBezTo>
                  <a:cubicBezTo>
                    <a:pt x="6587238" y="814820"/>
                    <a:pt x="6599938" y="5907046"/>
                    <a:pt x="6606288" y="6165299"/>
                  </a:cubicBezTo>
                  <a:cubicBezTo>
                    <a:pt x="6612638" y="6555990"/>
                    <a:pt x="6608828" y="6953303"/>
                    <a:pt x="6608828" y="7343994"/>
                  </a:cubicBezTo>
                  <a:cubicBezTo>
                    <a:pt x="6608828" y="7688331"/>
                    <a:pt x="6610098" y="8006181"/>
                    <a:pt x="6611368" y="8339027"/>
                  </a:cubicBezTo>
                  <a:cubicBezTo>
                    <a:pt x="6611368" y="8360617"/>
                    <a:pt x="6611368" y="8374586"/>
                    <a:pt x="6611368" y="8398717"/>
                  </a:cubicBezTo>
                  <a:cubicBezTo>
                    <a:pt x="6588508" y="8398717"/>
                    <a:pt x="6568188" y="8399986"/>
                    <a:pt x="6531969" y="8398717"/>
                  </a:cubicBezTo>
                  <a:cubicBezTo>
                    <a:pt x="6196739" y="8393636"/>
                    <a:pt x="5856353" y="8399986"/>
                    <a:pt x="5521124" y="8394907"/>
                  </a:cubicBezTo>
                  <a:cubicBezTo>
                    <a:pt x="5319986" y="8391097"/>
                    <a:pt x="5124007" y="8393636"/>
                    <a:pt x="4922869" y="8391097"/>
                  </a:cubicBezTo>
                  <a:cubicBezTo>
                    <a:pt x="4830036" y="8389827"/>
                    <a:pt x="4737204" y="8388557"/>
                    <a:pt x="4644371" y="8387286"/>
                  </a:cubicBezTo>
                  <a:cubicBezTo>
                    <a:pt x="4587640" y="8387286"/>
                    <a:pt x="4536066" y="8388557"/>
                    <a:pt x="4479335" y="8388557"/>
                  </a:cubicBezTo>
                  <a:cubicBezTo>
                    <a:pt x="4334929" y="8387286"/>
                    <a:pt x="3937811" y="8388557"/>
                    <a:pt x="3793404" y="8387286"/>
                  </a:cubicBezTo>
                  <a:cubicBezTo>
                    <a:pt x="3690257" y="8386017"/>
                    <a:pt x="1627308" y="8394907"/>
                    <a:pt x="1524161" y="8393636"/>
                  </a:cubicBezTo>
                  <a:cubicBezTo>
                    <a:pt x="1498374" y="8393636"/>
                    <a:pt x="1467430" y="8394907"/>
                    <a:pt x="1441643" y="8394907"/>
                  </a:cubicBezTo>
                  <a:cubicBezTo>
                    <a:pt x="1379754" y="8394907"/>
                    <a:pt x="1323023" y="8396177"/>
                    <a:pt x="1261135" y="8396177"/>
                  </a:cubicBezTo>
                  <a:cubicBezTo>
                    <a:pt x="1106414" y="8396177"/>
                    <a:pt x="956850" y="8394907"/>
                    <a:pt x="802129" y="8393636"/>
                  </a:cubicBezTo>
                  <a:cubicBezTo>
                    <a:pt x="709296" y="8392367"/>
                    <a:pt x="616463" y="8391097"/>
                    <a:pt x="528788" y="8389827"/>
                  </a:cubicBezTo>
                  <a:cubicBezTo>
                    <a:pt x="363752" y="8388557"/>
                    <a:pt x="198716" y="8387286"/>
                    <a:pt x="44665" y="8387286"/>
                  </a:cubicBezTo>
                  <a:cubicBezTo>
                    <a:pt x="34505" y="8387286"/>
                    <a:pt x="25615" y="8387286"/>
                    <a:pt x="15455" y="8386017"/>
                  </a:cubicBezTo>
                  <a:cubicBezTo>
                    <a:pt x="6565" y="8384747"/>
                    <a:pt x="1485" y="8378397"/>
                    <a:pt x="4025" y="8369507"/>
                  </a:cubicBezTo>
                  <a:cubicBezTo>
                    <a:pt x="12915" y="8337276"/>
                    <a:pt x="9105" y="8171729"/>
                    <a:pt x="7835" y="7999560"/>
                  </a:cubicBezTo>
                  <a:cubicBezTo>
                    <a:pt x="6565" y="7648601"/>
                    <a:pt x="2755" y="7304262"/>
                    <a:pt x="4025" y="6953303"/>
                  </a:cubicBezTo>
                  <a:cubicBezTo>
                    <a:pt x="1485" y="6516259"/>
                    <a:pt x="-3595" y="1106183"/>
                    <a:pt x="4025" y="662517"/>
                  </a:cubicBezTo>
                  <a:cubicBezTo>
                    <a:pt x="5295" y="576432"/>
                    <a:pt x="4025" y="483726"/>
                    <a:pt x="5295" y="397642"/>
                  </a:cubicBezTo>
                  <a:cubicBezTo>
                    <a:pt x="6565" y="258582"/>
                    <a:pt x="9105" y="106279"/>
                    <a:pt x="10375" y="44450"/>
                  </a:cubicBezTo>
                  <a:cubicBezTo>
                    <a:pt x="10375" y="41910"/>
                    <a:pt x="11645" y="39370"/>
                    <a:pt x="12915" y="38100"/>
                  </a:cubicBezTo>
                  <a:cubicBezTo>
                    <a:pt x="34505" y="35560"/>
                    <a:pt x="69782" y="30480"/>
                    <a:pt x="152300" y="29210"/>
                  </a:cubicBezTo>
                  <a:cubicBezTo>
                    <a:pt x="291549" y="25400"/>
                    <a:pt x="430798" y="22860"/>
                    <a:pt x="575205" y="20320"/>
                  </a:cubicBezTo>
                  <a:cubicBezTo>
                    <a:pt x="673195" y="17780"/>
                    <a:pt x="771185" y="16510"/>
                    <a:pt x="864017" y="13970"/>
                  </a:cubicBezTo>
                  <a:cubicBezTo>
                    <a:pt x="956850" y="11430"/>
                    <a:pt x="1054840" y="8890"/>
                    <a:pt x="1147673" y="8890"/>
                  </a:cubicBezTo>
                  <a:cubicBezTo>
                    <a:pt x="1250820" y="7620"/>
                    <a:pt x="1353968" y="10160"/>
                    <a:pt x="1457115" y="8890"/>
                  </a:cubicBezTo>
                  <a:cubicBezTo>
                    <a:pt x="1586049" y="8890"/>
                    <a:pt x="3922339" y="6350"/>
                    <a:pt x="4051273" y="5080"/>
                  </a:cubicBezTo>
                  <a:cubicBezTo>
                    <a:pt x="4175050" y="3810"/>
                    <a:pt x="4298827" y="2540"/>
                    <a:pt x="4427761" y="2540"/>
                  </a:cubicBezTo>
                  <a:cubicBezTo>
                    <a:pt x="4639214" y="1270"/>
                    <a:pt x="4845508" y="0"/>
                    <a:pt x="5056961" y="0"/>
                  </a:cubicBezTo>
                  <a:cubicBezTo>
                    <a:pt x="5144636" y="0"/>
                    <a:pt x="5237469" y="2540"/>
                    <a:pt x="5325144" y="2540"/>
                  </a:cubicBezTo>
                  <a:cubicBezTo>
                    <a:pt x="5567540" y="3810"/>
                    <a:pt x="5815094" y="5080"/>
                    <a:pt x="6057491" y="7620"/>
                  </a:cubicBezTo>
                  <a:cubicBezTo>
                    <a:pt x="6186425" y="8890"/>
                    <a:pt x="6315359" y="12700"/>
                    <a:pt x="6444294" y="16510"/>
                  </a:cubicBezTo>
                  <a:cubicBezTo>
                    <a:pt x="6475238" y="16510"/>
                    <a:pt x="6506182" y="16510"/>
                    <a:pt x="6531969" y="16510"/>
                  </a:cubicBezTo>
                  <a:cubicBezTo>
                    <a:pt x="6559298" y="17780"/>
                    <a:pt x="6568188" y="20320"/>
                    <a:pt x="6578348" y="21590"/>
                  </a:cubicBezTo>
                  <a:close/>
                  <a:moveTo>
                    <a:pt x="6588508" y="8382207"/>
                  </a:moveTo>
                  <a:cubicBezTo>
                    <a:pt x="6589778" y="8365697"/>
                    <a:pt x="6591048" y="8352997"/>
                    <a:pt x="6591048" y="8340297"/>
                  </a:cubicBezTo>
                  <a:cubicBezTo>
                    <a:pt x="6589778" y="7973072"/>
                    <a:pt x="6588508" y="7622113"/>
                    <a:pt x="6588508" y="7244666"/>
                  </a:cubicBezTo>
                  <a:cubicBezTo>
                    <a:pt x="6588508" y="7072497"/>
                    <a:pt x="6591048" y="6900328"/>
                    <a:pt x="6589778" y="6728159"/>
                  </a:cubicBezTo>
                  <a:cubicBezTo>
                    <a:pt x="6589778" y="6569234"/>
                    <a:pt x="6588508" y="6403687"/>
                    <a:pt x="6587238" y="6244762"/>
                  </a:cubicBezTo>
                  <a:cubicBezTo>
                    <a:pt x="6582158" y="5999752"/>
                    <a:pt x="6570728" y="927392"/>
                    <a:pt x="6570728" y="682383"/>
                  </a:cubicBezTo>
                  <a:cubicBezTo>
                    <a:pt x="6568188" y="477104"/>
                    <a:pt x="6565648" y="265204"/>
                    <a:pt x="6563108" y="63500"/>
                  </a:cubicBezTo>
                  <a:cubicBezTo>
                    <a:pt x="6561838" y="44450"/>
                    <a:pt x="6560568" y="43180"/>
                    <a:pt x="6516497" y="41910"/>
                  </a:cubicBezTo>
                  <a:cubicBezTo>
                    <a:pt x="6501025" y="41910"/>
                    <a:pt x="6490710" y="41910"/>
                    <a:pt x="6475238" y="40640"/>
                  </a:cubicBezTo>
                  <a:cubicBezTo>
                    <a:pt x="6346304" y="36830"/>
                    <a:pt x="6212212" y="31750"/>
                    <a:pt x="6083278" y="30480"/>
                  </a:cubicBezTo>
                  <a:cubicBezTo>
                    <a:pt x="5768678" y="26670"/>
                    <a:pt x="5448921" y="25400"/>
                    <a:pt x="5134321" y="22860"/>
                  </a:cubicBezTo>
                  <a:cubicBezTo>
                    <a:pt x="5087905" y="22860"/>
                    <a:pt x="5036331" y="22860"/>
                    <a:pt x="4989915" y="22860"/>
                  </a:cubicBezTo>
                  <a:cubicBezTo>
                    <a:pt x="4912554" y="22860"/>
                    <a:pt x="4835194" y="22860"/>
                    <a:pt x="4762991" y="22860"/>
                  </a:cubicBezTo>
                  <a:cubicBezTo>
                    <a:pt x="4597955" y="22860"/>
                    <a:pt x="4432918" y="22860"/>
                    <a:pt x="4273040" y="24130"/>
                  </a:cubicBezTo>
                  <a:cubicBezTo>
                    <a:pt x="4133791" y="25400"/>
                    <a:pt x="1787187" y="29210"/>
                    <a:pt x="1647938" y="29210"/>
                  </a:cubicBezTo>
                  <a:cubicBezTo>
                    <a:pt x="1421014" y="29210"/>
                    <a:pt x="1194089" y="26670"/>
                    <a:pt x="967165" y="33020"/>
                  </a:cubicBezTo>
                  <a:cubicBezTo>
                    <a:pt x="848545" y="36830"/>
                    <a:pt x="735083" y="36830"/>
                    <a:pt x="621621" y="38100"/>
                  </a:cubicBezTo>
                  <a:cubicBezTo>
                    <a:pt x="425641" y="41910"/>
                    <a:pt x="229661" y="45720"/>
                    <a:pt x="45935" y="50800"/>
                  </a:cubicBezTo>
                  <a:cubicBezTo>
                    <a:pt x="33235" y="50800"/>
                    <a:pt x="30695" y="53340"/>
                    <a:pt x="29425" y="86413"/>
                  </a:cubicBezTo>
                  <a:cubicBezTo>
                    <a:pt x="28155" y="205607"/>
                    <a:pt x="28155" y="324801"/>
                    <a:pt x="26885" y="443995"/>
                  </a:cubicBezTo>
                  <a:cubicBezTo>
                    <a:pt x="25615" y="642651"/>
                    <a:pt x="23075" y="834686"/>
                    <a:pt x="21805" y="1033342"/>
                  </a:cubicBezTo>
                  <a:cubicBezTo>
                    <a:pt x="16725" y="1245242"/>
                    <a:pt x="23075" y="6423552"/>
                    <a:pt x="25615" y="6635452"/>
                  </a:cubicBezTo>
                  <a:cubicBezTo>
                    <a:pt x="25615" y="6860597"/>
                    <a:pt x="25615" y="7092362"/>
                    <a:pt x="26885" y="7317506"/>
                  </a:cubicBezTo>
                  <a:cubicBezTo>
                    <a:pt x="26885" y="7483053"/>
                    <a:pt x="29425" y="7648601"/>
                    <a:pt x="29425" y="7814147"/>
                  </a:cubicBezTo>
                  <a:cubicBezTo>
                    <a:pt x="29425" y="7992938"/>
                    <a:pt x="29425" y="8171729"/>
                    <a:pt x="28155" y="8340297"/>
                  </a:cubicBezTo>
                  <a:cubicBezTo>
                    <a:pt x="28155" y="8344107"/>
                    <a:pt x="28155" y="8346647"/>
                    <a:pt x="28155" y="8350457"/>
                  </a:cubicBezTo>
                  <a:cubicBezTo>
                    <a:pt x="28155" y="8360617"/>
                    <a:pt x="31965" y="8364427"/>
                    <a:pt x="40855" y="8364427"/>
                  </a:cubicBezTo>
                  <a:cubicBezTo>
                    <a:pt x="80097" y="8364427"/>
                    <a:pt x="152300" y="8365697"/>
                    <a:pt x="219346" y="8365697"/>
                  </a:cubicBezTo>
                  <a:cubicBezTo>
                    <a:pt x="317336" y="8365697"/>
                    <a:pt x="420483" y="8363157"/>
                    <a:pt x="518473" y="8365697"/>
                  </a:cubicBezTo>
                  <a:cubicBezTo>
                    <a:pt x="678352" y="8369507"/>
                    <a:pt x="838231" y="8372047"/>
                    <a:pt x="998109" y="8370777"/>
                  </a:cubicBezTo>
                  <a:cubicBezTo>
                    <a:pt x="1101257" y="8369507"/>
                    <a:pt x="1199247" y="8372047"/>
                    <a:pt x="1302394" y="8372047"/>
                  </a:cubicBezTo>
                  <a:cubicBezTo>
                    <a:pt x="1451958" y="8372047"/>
                    <a:pt x="1601522" y="8370777"/>
                    <a:pt x="1751085" y="8372047"/>
                  </a:cubicBezTo>
                  <a:cubicBezTo>
                    <a:pt x="1972852" y="8373317"/>
                    <a:pt x="4407132" y="8363157"/>
                    <a:pt x="4634056" y="8365697"/>
                  </a:cubicBezTo>
                  <a:cubicBezTo>
                    <a:pt x="4732046" y="8366967"/>
                    <a:pt x="4830036" y="8368236"/>
                    <a:pt x="4922869" y="8368236"/>
                  </a:cubicBezTo>
                  <a:cubicBezTo>
                    <a:pt x="5093062" y="8370777"/>
                    <a:pt x="5258098" y="8366967"/>
                    <a:pt x="5428291" y="8370777"/>
                  </a:cubicBezTo>
                  <a:cubicBezTo>
                    <a:pt x="5567540" y="8373317"/>
                    <a:pt x="5706789" y="8373317"/>
                    <a:pt x="5846038" y="8375857"/>
                  </a:cubicBezTo>
                  <a:cubicBezTo>
                    <a:pt x="6052334" y="8379667"/>
                    <a:pt x="6258628" y="8382207"/>
                    <a:pt x="6464923" y="8383477"/>
                  </a:cubicBezTo>
                  <a:cubicBezTo>
                    <a:pt x="6542284" y="8383477"/>
                    <a:pt x="6568188" y="8382207"/>
                    <a:pt x="6588508" y="8382207"/>
                  </a:cubicBezTo>
                  <a:close/>
                </a:path>
              </a:pathLst>
            </a:custGeom>
            <a:solidFill>
              <a:srgbClr val="9D999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79" name="Google Shape;179;p6"/>
          <p:cNvCxnSpPr/>
          <p:nvPr/>
        </p:nvCxnSpPr>
        <p:spPr>
          <a:xfrm>
            <a:off x="14717513" y="4941859"/>
            <a:ext cx="2541787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0" name="Google Shape;180;p6"/>
          <p:cNvSpPr txBox="1"/>
          <p:nvPr/>
        </p:nvSpPr>
        <p:spPr>
          <a:xfrm>
            <a:off x="14717513" y="4477809"/>
            <a:ext cx="2541787" cy="338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28" u="none" cap="none" strike="noStrike">
                <a:solidFill>
                  <a:srgbClr val="0011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6A9C8F</a:t>
            </a:r>
            <a:endParaRPr/>
          </a:p>
        </p:txBody>
      </p:sp>
      <p:grpSp>
        <p:nvGrpSpPr>
          <p:cNvPr id="181" name="Google Shape;181;p6"/>
          <p:cNvGrpSpPr/>
          <p:nvPr/>
        </p:nvGrpSpPr>
        <p:grpSpPr>
          <a:xfrm>
            <a:off x="14717430" y="5565985"/>
            <a:ext cx="2542358" cy="3229888"/>
            <a:chOff x="-215" y="0"/>
            <a:chExt cx="6611368" cy="8399281"/>
          </a:xfrm>
        </p:grpSpPr>
        <p:sp>
          <p:nvSpPr>
            <p:cNvPr id="182" name="Google Shape;182;p6"/>
            <p:cNvSpPr/>
            <p:nvPr/>
          </p:nvSpPr>
          <p:spPr>
            <a:xfrm>
              <a:off x="10160" y="16510"/>
              <a:ext cx="6587023" cy="8373317"/>
            </a:xfrm>
            <a:custGeom>
              <a:rect b="b" l="l" r="r" t="t"/>
              <a:pathLst>
                <a:path extrusionOk="0" h="8373317" w="6587023">
                  <a:moveTo>
                    <a:pt x="6587023" y="8373317"/>
                  </a:moveTo>
                  <a:lnTo>
                    <a:pt x="0" y="8365697"/>
                  </a:lnTo>
                  <a:lnTo>
                    <a:pt x="0" y="2917312"/>
                  </a:lnTo>
                  <a:lnTo>
                    <a:pt x="17780" y="19050"/>
                  </a:lnTo>
                  <a:lnTo>
                    <a:pt x="3282765" y="0"/>
                  </a:lnTo>
                  <a:lnTo>
                    <a:pt x="6567973" y="5080"/>
                  </a:lnTo>
                  <a:close/>
                </a:path>
              </a:pathLst>
            </a:custGeom>
            <a:solidFill>
              <a:srgbClr val="CC7A61"/>
            </a:solidFill>
            <a:ln>
              <a:noFill/>
            </a:ln>
          </p:spPr>
        </p:sp>
        <p:sp>
          <p:nvSpPr>
            <p:cNvPr id="183" name="Google Shape;183;p6"/>
            <p:cNvSpPr/>
            <p:nvPr/>
          </p:nvSpPr>
          <p:spPr>
            <a:xfrm>
              <a:off x="-215" y="0"/>
              <a:ext cx="6611368" cy="8399281"/>
            </a:xfrm>
            <a:custGeom>
              <a:rect b="b" l="l" r="r" t="t"/>
              <a:pathLst>
                <a:path extrusionOk="0" h="8399281" w="6611368">
                  <a:moveTo>
                    <a:pt x="6578348" y="21590"/>
                  </a:moveTo>
                  <a:cubicBezTo>
                    <a:pt x="6579618" y="34290"/>
                    <a:pt x="6579618" y="44450"/>
                    <a:pt x="6580888" y="54610"/>
                  </a:cubicBezTo>
                  <a:cubicBezTo>
                    <a:pt x="6583428" y="192364"/>
                    <a:pt x="6584698" y="377776"/>
                    <a:pt x="6587238" y="556567"/>
                  </a:cubicBezTo>
                  <a:cubicBezTo>
                    <a:pt x="6587238" y="814820"/>
                    <a:pt x="6599938" y="5907046"/>
                    <a:pt x="6606288" y="6165299"/>
                  </a:cubicBezTo>
                  <a:cubicBezTo>
                    <a:pt x="6612638" y="6555990"/>
                    <a:pt x="6608828" y="6953303"/>
                    <a:pt x="6608828" y="7343994"/>
                  </a:cubicBezTo>
                  <a:cubicBezTo>
                    <a:pt x="6608828" y="7688331"/>
                    <a:pt x="6610098" y="8006181"/>
                    <a:pt x="6611368" y="8339027"/>
                  </a:cubicBezTo>
                  <a:cubicBezTo>
                    <a:pt x="6611368" y="8360617"/>
                    <a:pt x="6611368" y="8374586"/>
                    <a:pt x="6611368" y="8398717"/>
                  </a:cubicBezTo>
                  <a:cubicBezTo>
                    <a:pt x="6588508" y="8398717"/>
                    <a:pt x="6568188" y="8399986"/>
                    <a:pt x="6531969" y="8398717"/>
                  </a:cubicBezTo>
                  <a:cubicBezTo>
                    <a:pt x="6196739" y="8393636"/>
                    <a:pt x="5856353" y="8399986"/>
                    <a:pt x="5521124" y="8394907"/>
                  </a:cubicBezTo>
                  <a:cubicBezTo>
                    <a:pt x="5319986" y="8391097"/>
                    <a:pt x="5124007" y="8393636"/>
                    <a:pt x="4922869" y="8391097"/>
                  </a:cubicBezTo>
                  <a:cubicBezTo>
                    <a:pt x="4830036" y="8389827"/>
                    <a:pt x="4737204" y="8388557"/>
                    <a:pt x="4644371" y="8387286"/>
                  </a:cubicBezTo>
                  <a:cubicBezTo>
                    <a:pt x="4587640" y="8387286"/>
                    <a:pt x="4536066" y="8388557"/>
                    <a:pt x="4479335" y="8388557"/>
                  </a:cubicBezTo>
                  <a:cubicBezTo>
                    <a:pt x="4334929" y="8387286"/>
                    <a:pt x="3937811" y="8388557"/>
                    <a:pt x="3793404" y="8387286"/>
                  </a:cubicBezTo>
                  <a:cubicBezTo>
                    <a:pt x="3690257" y="8386017"/>
                    <a:pt x="1627308" y="8394907"/>
                    <a:pt x="1524161" y="8393636"/>
                  </a:cubicBezTo>
                  <a:cubicBezTo>
                    <a:pt x="1498374" y="8393636"/>
                    <a:pt x="1467430" y="8394907"/>
                    <a:pt x="1441643" y="8394907"/>
                  </a:cubicBezTo>
                  <a:cubicBezTo>
                    <a:pt x="1379754" y="8394907"/>
                    <a:pt x="1323023" y="8396177"/>
                    <a:pt x="1261135" y="8396177"/>
                  </a:cubicBezTo>
                  <a:cubicBezTo>
                    <a:pt x="1106414" y="8396177"/>
                    <a:pt x="956850" y="8394907"/>
                    <a:pt x="802129" y="8393636"/>
                  </a:cubicBezTo>
                  <a:cubicBezTo>
                    <a:pt x="709296" y="8392367"/>
                    <a:pt x="616463" y="8391097"/>
                    <a:pt x="528788" y="8389827"/>
                  </a:cubicBezTo>
                  <a:cubicBezTo>
                    <a:pt x="363752" y="8388557"/>
                    <a:pt x="198716" y="8387286"/>
                    <a:pt x="44665" y="8387286"/>
                  </a:cubicBezTo>
                  <a:cubicBezTo>
                    <a:pt x="34505" y="8387286"/>
                    <a:pt x="25615" y="8387286"/>
                    <a:pt x="15455" y="8386017"/>
                  </a:cubicBezTo>
                  <a:cubicBezTo>
                    <a:pt x="6565" y="8384747"/>
                    <a:pt x="1485" y="8378397"/>
                    <a:pt x="4025" y="8369507"/>
                  </a:cubicBezTo>
                  <a:cubicBezTo>
                    <a:pt x="12915" y="8337276"/>
                    <a:pt x="9105" y="8171729"/>
                    <a:pt x="7835" y="7999560"/>
                  </a:cubicBezTo>
                  <a:cubicBezTo>
                    <a:pt x="6565" y="7648601"/>
                    <a:pt x="2755" y="7304262"/>
                    <a:pt x="4025" y="6953303"/>
                  </a:cubicBezTo>
                  <a:cubicBezTo>
                    <a:pt x="1485" y="6516259"/>
                    <a:pt x="-3595" y="1106183"/>
                    <a:pt x="4025" y="662517"/>
                  </a:cubicBezTo>
                  <a:cubicBezTo>
                    <a:pt x="5295" y="576432"/>
                    <a:pt x="4025" y="483726"/>
                    <a:pt x="5295" y="397642"/>
                  </a:cubicBezTo>
                  <a:cubicBezTo>
                    <a:pt x="6565" y="258582"/>
                    <a:pt x="9105" y="106279"/>
                    <a:pt x="10375" y="44450"/>
                  </a:cubicBezTo>
                  <a:cubicBezTo>
                    <a:pt x="10375" y="41910"/>
                    <a:pt x="11645" y="39370"/>
                    <a:pt x="12915" y="38100"/>
                  </a:cubicBezTo>
                  <a:cubicBezTo>
                    <a:pt x="34505" y="35560"/>
                    <a:pt x="69782" y="30480"/>
                    <a:pt x="152300" y="29210"/>
                  </a:cubicBezTo>
                  <a:cubicBezTo>
                    <a:pt x="291549" y="25400"/>
                    <a:pt x="430798" y="22860"/>
                    <a:pt x="575205" y="20320"/>
                  </a:cubicBezTo>
                  <a:cubicBezTo>
                    <a:pt x="673195" y="17780"/>
                    <a:pt x="771185" y="16510"/>
                    <a:pt x="864017" y="13970"/>
                  </a:cubicBezTo>
                  <a:cubicBezTo>
                    <a:pt x="956850" y="11430"/>
                    <a:pt x="1054840" y="8890"/>
                    <a:pt x="1147673" y="8890"/>
                  </a:cubicBezTo>
                  <a:cubicBezTo>
                    <a:pt x="1250820" y="7620"/>
                    <a:pt x="1353968" y="10160"/>
                    <a:pt x="1457115" y="8890"/>
                  </a:cubicBezTo>
                  <a:cubicBezTo>
                    <a:pt x="1586049" y="8890"/>
                    <a:pt x="3922339" y="6350"/>
                    <a:pt x="4051273" y="5080"/>
                  </a:cubicBezTo>
                  <a:cubicBezTo>
                    <a:pt x="4175050" y="3810"/>
                    <a:pt x="4298827" y="2540"/>
                    <a:pt x="4427761" y="2540"/>
                  </a:cubicBezTo>
                  <a:cubicBezTo>
                    <a:pt x="4639214" y="1270"/>
                    <a:pt x="4845508" y="0"/>
                    <a:pt x="5056961" y="0"/>
                  </a:cubicBezTo>
                  <a:cubicBezTo>
                    <a:pt x="5144636" y="0"/>
                    <a:pt x="5237469" y="2540"/>
                    <a:pt x="5325144" y="2540"/>
                  </a:cubicBezTo>
                  <a:cubicBezTo>
                    <a:pt x="5567540" y="3810"/>
                    <a:pt x="5815094" y="5080"/>
                    <a:pt x="6057491" y="7620"/>
                  </a:cubicBezTo>
                  <a:cubicBezTo>
                    <a:pt x="6186425" y="8890"/>
                    <a:pt x="6315359" y="12700"/>
                    <a:pt x="6444294" y="16510"/>
                  </a:cubicBezTo>
                  <a:cubicBezTo>
                    <a:pt x="6475238" y="16510"/>
                    <a:pt x="6506182" y="16510"/>
                    <a:pt x="6531969" y="16510"/>
                  </a:cubicBezTo>
                  <a:cubicBezTo>
                    <a:pt x="6559298" y="17780"/>
                    <a:pt x="6568188" y="20320"/>
                    <a:pt x="6578348" y="21590"/>
                  </a:cubicBezTo>
                  <a:close/>
                  <a:moveTo>
                    <a:pt x="6588508" y="8382207"/>
                  </a:moveTo>
                  <a:cubicBezTo>
                    <a:pt x="6589778" y="8365697"/>
                    <a:pt x="6591048" y="8352997"/>
                    <a:pt x="6591048" y="8340297"/>
                  </a:cubicBezTo>
                  <a:cubicBezTo>
                    <a:pt x="6589778" y="7973072"/>
                    <a:pt x="6588508" y="7622113"/>
                    <a:pt x="6588508" y="7244666"/>
                  </a:cubicBezTo>
                  <a:cubicBezTo>
                    <a:pt x="6588508" y="7072497"/>
                    <a:pt x="6591048" y="6900328"/>
                    <a:pt x="6589778" y="6728159"/>
                  </a:cubicBezTo>
                  <a:cubicBezTo>
                    <a:pt x="6589778" y="6569234"/>
                    <a:pt x="6588508" y="6403687"/>
                    <a:pt x="6587238" y="6244762"/>
                  </a:cubicBezTo>
                  <a:cubicBezTo>
                    <a:pt x="6582158" y="5999752"/>
                    <a:pt x="6570728" y="927392"/>
                    <a:pt x="6570728" y="682383"/>
                  </a:cubicBezTo>
                  <a:cubicBezTo>
                    <a:pt x="6568188" y="477104"/>
                    <a:pt x="6565648" y="265204"/>
                    <a:pt x="6563108" y="63500"/>
                  </a:cubicBezTo>
                  <a:cubicBezTo>
                    <a:pt x="6561838" y="44450"/>
                    <a:pt x="6560568" y="43180"/>
                    <a:pt x="6516497" y="41910"/>
                  </a:cubicBezTo>
                  <a:cubicBezTo>
                    <a:pt x="6501025" y="41910"/>
                    <a:pt x="6490710" y="41910"/>
                    <a:pt x="6475238" y="40640"/>
                  </a:cubicBezTo>
                  <a:cubicBezTo>
                    <a:pt x="6346304" y="36830"/>
                    <a:pt x="6212212" y="31750"/>
                    <a:pt x="6083278" y="30480"/>
                  </a:cubicBezTo>
                  <a:cubicBezTo>
                    <a:pt x="5768678" y="26670"/>
                    <a:pt x="5448921" y="25400"/>
                    <a:pt x="5134321" y="22860"/>
                  </a:cubicBezTo>
                  <a:cubicBezTo>
                    <a:pt x="5087905" y="22860"/>
                    <a:pt x="5036331" y="22860"/>
                    <a:pt x="4989915" y="22860"/>
                  </a:cubicBezTo>
                  <a:cubicBezTo>
                    <a:pt x="4912554" y="22860"/>
                    <a:pt x="4835194" y="22860"/>
                    <a:pt x="4762991" y="22860"/>
                  </a:cubicBezTo>
                  <a:cubicBezTo>
                    <a:pt x="4597955" y="22860"/>
                    <a:pt x="4432918" y="22860"/>
                    <a:pt x="4273040" y="24130"/>
                  </a:cubicBezTo>
                  <a:cubicBezTo>
                    <a:pt x="4133791" y="25400"/>
                    <a:pt x="1787187" y="29210"/>
                    <a:pt x="1647938" y="29210"/>
                  </a:cubicBezTo>
                  <a:cubicBezTo>
                    <a:pt x="1421014" y="29210"/>
                    <a:pt x="1194089" y="26670"/>
                    <a:pt x="967165" y="33020"/>
                  </a:cubicBezTo>
                  <a:cubicBezTo>
                    <a:pt x="848545" y="36830"/>
                    <a:pt x="735083" y="36830"/>
                    <a:pt x="621621" y="38100"/>
                  </a:cubicBezTo>
                  <a:cubicBezTo>
                    <a:pt x="425641" y="41910"/>
                    <a:pt x="229661" y="45720"/>
                    <a:pt x="45935" y="50800"/>
                  </a:cubicBezTo>
                  <a:cubicBezTo>
                    <a:pt x="33235" y="50800"/>
                    <a:pt x="30695" y="53340"/>
                    <a:pt x="29425" y="86413"/>
                  </a:cubicBezTo>
                  <a:cubicBezTo>
                    <a:pt x="28155" y="205607"/>
                    <a:pt x="28155" y="324801"/>
                    <a:pt x="26885" y="443995"/>
                  </a:cubicBezTo>
                  <a:cubicBezTo>
                    <a:pt x="25615" y="642651"/>
                    <a:pt x="23075" y="834686"/>
                    <a:pt x="21805" y="1033342"/>
                  </a:cubicBezTo>
                  <a:cubicBezTo>
                    <a:pt x="16725" y="1245242"/>
                    <a:pt x="23075" y="6423552"/>
                    <a:pt x="25615" y="6635452"/>
                  </a:cubicBezTo>
                  <a:cubicBezTo>
                    <a:pt x="25615" y="6860597"/>
                    <a:pt x="25615" y="7092362"/>
                    <a:pt x="26885" y="7317506"/>
                  </a:cubicBezTo>
                  <a:cubicBezTo>
                    <a:pt x="26885" y="7483053"/>
                    <a:pt x="29425" y="7648601"/>
                    <a:pt x="29425" y="7814147"/>
                  </a:cubicBezTo>
                  <a:cubicBezTo>
                    <a:pt x="29425" y="7992938"/>
                    <a:pt x="29425" y="8171729"/>
                    <a:pt x="28155" y="8340297"/>
                  </a:cubicBezTo>
                  <a:cubicBezTo>
                    <a:pt x="28155" y="8344107"/>
                    <a:pt x="28155" y="8346647"/>
                    <a:pt x="28155" y="8350457"/>
                  </a:cubicBezTo>
                  <a:cubicBezTo>
                    <a:pt x="28155" y="8360617"/>
                    <a:pt x="31965" y="8364427"/>
                    <a:pt x="40855" y="8364427"/>
                  </a:cubicBezTo>
                  <a:cubicBezTo>
                    <a:pt x="80097" y="8364427"/>
                    <a:pt x="152300" y="8365697"/>
                    <a:pt x="219346" y="8365697"/>
                  </a:cubicBezTo>
                  <a:cubicBezTo>
                    <a:pt x="317336" y="8365697"/>
                    <a:pt x="420483" y="8363157"/>
                    <a:pt x="518473" y="8365697"/>
                  </a:cubicBezTo>
                  <a:cubicBezTo>
                    <a:pt x="678352" y="8369507"/>
                    <a:pt x="838231" y="8372047"/>
                    <a:pt x="998109" y="8370777"/>
                  </a:cubicBezTo>
                  <a:cubicBezTo>
                    <a:pt x="1101257" y="8369507"/>
                    <a:pt x="1199247" y="8372047"/>
                    <a:pt x="1302394" y="8372047"/>
                  </a:cubicBezTo>
                  <a:cubicBezTo>
                    <a:pt x="1451958" y="8372047"/>
                    <a:pt x="1601522" y="8370777"/>
                    <a:pt x="1751085" y="8372047"/>
                  </a:cubicBezTo>
                  <a:cubicBezTo>
                    <a:pt x="1972852" y="8373317"/>
                    <a:pt x="4407132" y="8363157"/>
                    <a:pt x="4634056" y="8365697"/>
                  </a:cubicBezTo>
                  <a:cubicBezTo>
                    <a:pt x="4732046" y="8366967"/>
                    <a:pt x="4830036" y="8368236"/>
                    <a:pt x="4922869" y="8368236"/>
                  </a:cubicBezTo>
                  <a:cubicBezTo>
                    <a:pt x="5093062" y="8370777"/>
                    <a:pt x="5258098" y="8366967"/>
                    <a:pt x="5428291" y="8370777"/>
                  </a:cubicBezTo>
                  <a:cubicBezTo>
                    <a:pt x="5567540" y="8373317"/>
                    <a:pt x="5706789" y="8373317"/>
                    <a:pt x="5846038" y="8375857"/>
                  </a:cubicBezTo>
                  <a:cubicBezTo>
                    <a:pt x="6052334" y="8379667"/>
                    <a:pt x="6258628" y="8382207"/>
                    <a:pt x="6464923" y="8383477"/>
                  </a:cubicBezTo>
                  <a:cubicBezTo>
                    <a:pt x="6542284" y="8383477"/>
                    <a:pt x="6568188" y="8382207"/>
                    <a:pt x="6588508" y="8382207"/>
                  </a:cubicBezTo>
                  <a:close/>
                </a:path>
              </a:pathLst>
            </a:custGeom>
            <a:solidFill>
              <a:srgbClr val="9D999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84" name="Google Shape;184;p6"/>
          <p:cNvCxnSpPr/>
          <p:nvPr/>
        </p:nvCxnSpPr>
        <p:spPr>
          <a:xfrm>
            <a:off x="14717513" y="9429440"/>
            <a:ext cx="2541787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5" name="Google Shape;185;p6"/>
          <p:cNvSpPr txBox="1"/>
          <p:nvPr/>
        </p:nvSpPr>
        <p:spPr>
          <a:xfrm>
            <a:off x="14717513" y="8965389"/>
            <a:ext cx="2541787" cy="338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28" u="none" cap="none" strike="noStrike">
                <a:solidFill>
                  <a:srgbClr val="0011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CC7A61</a:t>
            </a:r>
            <a:endParaRPr/>
          </a:p>
        </p:txBody>
      </p:sp>
      <p:sp>
        <p:nvSpPr>
          <p:cNvPr id="186" name="Google Shape;186;p6"/>
          <p:cNvSpPr txBox="1"/>
          <p:nvPr/>
        </p:nvSpPr>
        <p:spPr>
          <a:xfrm>
            <a:off x="8673744" y="819383"/>
            <a:ext cx="1906735" cy="2568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4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12" u="none" cap="none" strike="noStrike">
                <a:solidFill>
                  <a:srgbClr val="152A4E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Secondary Colour</a:t>
            </a:r>
            <a:endParaRPr/>
          </a:p>
        </p:txBody>
      </p:sp>
      <p:sp>
        <p:nvSpPr>
          <p:cNvPr id="187" name="Google Shape;187;p6"/>
          <p:cNvSpPr txBox="1"/>
          <p:nvPr/>
        </p:nvSpPr>
        <p:spPr>
          <a:xfrm>
            <a:off x="8673744" y="5311765"/>
            <a:ext cx="1906735" cy="2568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4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12" u="none" cap="none" strike="noStrike">
                <a:solidFill>
                  <a:srgbClr val="E5D6B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Secondary Colour</a:t>
            </a:r>
            <a:endParaRPr/>
          </a:p>
        </p:txBody>
      </p:sp>
      <p:sp>
        <p:nvSpPr>
          <p:cNvPr id="188" name="Google Shape;188;p6"/>
          <p:cNvSpPr txBox="1"/>
          <p:nvPr/>
        </p:nvSpPr>
        <p:spPr>
          <a:xfrm>
            <a:off x="11695629" y="819383"/>
            <a:ext cx="1951294" cy="2568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4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12" u="none" cap="none" strike="noStrike">
                <a:solidFill>
                  <a:srgbClr val="152A4E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Light Background</a:t>
            </a:r>
            <a:endParaRPr/>
          </a:p>
        </p:txBody>
      </p:sp>
      <p:sp>
        <p:nvSpPr>
          <p:cNvPr id="189" name="Google Shape;189;p6"/>
          <p:cNvSpPr txBox="1"/>
          <p:nvPr/>
        </p:nvSpPr>
        <p:spPr>
          <a:xfrm>
            <a:off x="14717513" y="819383"/>
            <a:ext cx="2076863" cy="2568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4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12" u="none" cap="none" strike="noStrike">
                <a:solidFill>
                  <a:srgbClr val="4A7C72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Supportive Colour</a:t>
            </a:r>
            <a:endParaRPr/>
          </a:p>
        </p:txBody>
      </p:sp>
      <p:sp>
        <p:nvSpPr>
          <p:cNvPr id="190" name="Google Shape;190;p6"/>
          <p:cNvSpPr txBox="1"/>
          <p:nvPr/>
        </p:nvSpPr>
        <p:spPr>
          <a:xfrm>
            <a:off x="14717513" y="5311765"/>
            <a:ext cx="2076863" cy="2568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4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12" u="none" cap="none" strike="noStrike">
                <a:solidFill>
                  <a:srgbClr val="B65C4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Supportive Colour</a:t>
            </a:r>
            <a:endParaRPr/>
          </a:p>
        </p:txBody>
      </p:sp>
      <p:grpSp>
        <p:nvGrpSpPr>
          <p:cNvPr id="191" name="Google Shape;191;p6"/>
          <p:cNvGrpSpPr/>
          <p:nvPr/>
        </p:nvGrpSpPr>
        <p:grpSpPr>
          <a:xfrm>
            <a:off x="5651777" y="5570786"/>
            <a:ext cx="2542358" cy="3229888"/>
            <a:chOff x="-215" y="0"/>
            <a:chExt cx="6611368" cy="8399281"/>
          </a:xfrm>
        </p:grpSpPr>
        <p:sp>
          <p:nvSpPr>
            <p:cNvPr id="192" name="Google Shape;192;p6"/>
            <p:cNvSpPr/>
            <p:nvPr/>
          </p:nvSpPr>
          <p:spPr>
            <a:xfrm>
              <a:off x="10160" y="16510"/>
              <a:ext cx="6587023" cy="8373317"/>
            </a:xfrm>
            <a:custGeom>
              <a:rect b="b" l="l" r="r" t="t"/>
              <a:pathLst>
                <a:path extrusionOk="0" h="8373317" w="6587023">
                  <a:moveTo>
                    <a:pt x="6587023" y="8373317"/>
                  </a:moveTo>
                  <a:lnTo>
                    <a:pt x="0" y="8365697"/>
                  </a:lnTo>
                  <a:lnTo>
                    <a:pt x="0" y="2917312"/>
                  </a:lnTo>
                  <a:lnTo>
                    <a:pt x="17780" y="19050"/>
                  </a:lnTo>
                  <a:lnTo>
                    <a:pt x="3282765" y="0"/>
                  </a:lnTo>
                  <a:lnTo>
                    <a:pt x="6567973" y="5080"/>
                  </a:lnTo>
                  <a:close/>
                </a:path>
              </a:pathLst>
            </a:custGeom>
            <a:solidFill>
              <a:srgbClr val="C1A45D"/>
            </a:solidFill>
            <a:ln>
              <a:noFill/>
            </a:ln>
          </p:spPr>
        </p:sp>
        <p:sp>
          <p:nvSpPr>
            <p:cNvPr id="193" name="Google Shape;193;p6"/>
            <p:cNvSpPr/>
            <p:nvPr/>
          </p:nvSpPr>
          <p:spPr>
            <a:xfrm>
              <a:off x="-215" y="0"/>
              <a:ext cx="6611368" cy="8399281"/>
            </a:xfrm>
            <a:custGeom>
              <a:rect b="b" l="l" r="r" t="t"/>
              <a:pathLst>
                <a:path extrusionOk="0" h="8399281" w="6611368">
                  <a:moveTo>
                    <a:pt x="6578348" y="21590"/>
                  </a:moveTo>
                  <a:cubicBezTo>
                    <a:pt x="6579618" y="34290"/>
                    <a:pt x="6579618" y="44450"/>
                    <a:pt x="6580888" y="54610"/>
                  </a:cubicBezTo>
                  <a:cubicBezTo>
                    <a:pt x="6583428" y="192364"/>
                    <a:pt x="6584698" y="377776"/>
                    <a:pt x="6587238" y="556567"/>
                  </a:cubicBezTo>
                  <a:cubicBezTo>
                    <a:pt x="6587238" y="814820"/>
                    <a:pt x="6599938" y="5907046"/>
                    <a:pt x="6606288" y="6165299"/>
                  </a:cubicBezTo>
                  <a:cubicBezTo>
                    <a:pt x="6612638" y="6555990"/>
                    <a:pt x="6608828" y="6953303"/>
                    <a:pt x="6608828" y="7343994"/>
                  </a:cubicBezTo>
                  <a:cubicBezTo>
                    <a:pt x="6608828" y="7688331"/>
                    <a:pt x="6610098" y="8006181"/>
                    <a:pt x="6611368" y="8339027"/>
                  </a:cubicBezTo>
                  <a:cubicBezTo>
                    <a:pt x="6611368" y="8360617"/>
                    <a:pt x="6611368" y="8374586"/>
                    <a:pt x="6611368" y="8398717"/>
                  </a:cubicBezTo>
                  <a:cubicBezTo>
                    <a:pt x="6588508" y="8398717"/>
                    <a:pt x="6568188" y="8399986"/>
                    <a:pt x="6531969" y="8398717"/>
                  </a:cubicBezTo>
                  <a:cubicBezTo>
                    <a:pt x="6196739" y="8393636"/>
                    <a:pt x="5856353" y="8399986"/>
                    <a:pt x="5521124" y="8394907"/>
                  </a:cubicBezTo>
                  <a:cubicBezTo>
                    <a:pt x="5319986" y="8391097"/>
                    <a:pt x="5124007" y="8393636"/>
                    <a:pt x="4922869" y="8391097"/>
                  </a:cubicBezTo>
                  <a:cubicBezTo>
                    <a:pt x="4830036" y="8389827"/>
                    <a:pt x="4737204" y="8388557"/>
                    <a:pt x="4644371" y="8387286"/>
                  </a:cubicBezTo>
                  <a:cubicBezTo>
                    <a:pt x="4587640" y="8387286"/>
                    <a:pt x="4536066" y="8388557"/>
                    <a:pt x="4479335" y="8388557"/>
                  </a:cubicBezTo>
                  <a:cubicBezTo>
                    <a:pt x="4334929" y="8387286"/>
                    <a:pt x="3937811" y="8388557"/>
                    <a:pt x="3793404" y="8387286"/>
                  </a:cubicBezTo>
                  <a:cubicBezTo>
                    <a:pt x="3690257" y="8386017"/>
                    <a:pt x="1627308" y="8394907"/>
                    <a:pt x="1524161" y="8393636"/>
                  </a:cubicBezTo>
                  <a:cubicBezTo>
                    <a:pt x="1498374" y="8393636"/>
                    <a:pt x="1467430" y="8394907"/>
                    <a:pt x="1441643" y="8394907"/>
                  </a:cubicBezTo>
                  <a:cubicBezTo>
                    <a:pt x="1379754" y="8394907"/>
                    <a:pt x="1323023" y="8396177"/>
                    <a:pt x="1261135" y="8396177"/>
                  </a:cubicBezTo>
                  <a:cubicBezTo>
                    <a:pt x="1106414" y="8396177"/>
                    <a:pt x="956850" y="8394907"/>
                    <a:pt x="802129" y="8393636"/>
                  </a:cubicBezTo>
                  <a:cubicBezTo>
                    <a:pt x="709296" y="8392367"/>
                    <a:pt x="616463" y="8391097"/>
                    <a:pt x="528788" y="8389827"/>
                  </a:cubicBezTo>
                  <a:cubicBezTo>
                    <a:pt x="363752" y="8388557"/>
                    <a:pt x="198716" y="8387286"/>
                    <a:pt x="44665" y="8387286"/>
                  </a:cubicBezTo>
                  <a:cubicBezTo>
                    <a:pt x="34505" y="8387286"/>
                    <a:pt x="25615" y="8387286"/>
                    <a:pt x="15455" y="8386017"/>
                  </a:cubicBezTo>
                  <a:cubicBezTo>
                    <a:pt x="6565" y="8384747"/>
                    <a:pt x="1485" y="8378397"/>
                    <a:pt x="4025" y="8369507"/>
                  </a:cubicBezTo>
                  <a:cubicBezTo>
                    <a:pt x="12915" y="8337276"/>
                    <a:pt x="9105" y="8171729"/>
                    <a:pt x="7835" y="7999560"/>
                  </a:cubicBezTo>
                  <a:cubicBezTo>
                    <a:pt x="6565" y="7648601"/>
                    <a:pt x="2755" y="7304262"/>
                    <a:pt x="4025" y="6953303"/>
                  </a:cubicBezTo>
                  <a:cubicBezTo>
                    <a:pt x="1485" y="6516259"/>
                    <a:pt x="-3595" y="1106183"/>
                    <a:pt x="4025" y="662517"/>
                  </a:cubicBezTo>
                  <a:cubicBezTo>
                    <a:pt x="5295" y="576432"/>
                    <a:pt x="4025" y="483726"/>
                    <a:pt x="5295" y="397642"/>
                  </a:cubicBezTo>
                  <a:cubicBezTo>
                    <a:pt x="6565" y="258582"/>
                    <a:pt x="9105" y="106279"/>
                    <a:pt x="10375" y="44450"/>
                  </a:cubicBezTo>
                  <a:cubicBezTo>
                    <a:pt x="10375" y="41910"/>
                    <a:pt x="11645" y="39370"/>
                    <a:pt x="12915" y="38100"/>
                  </a:cubicBezTo>
                  <a:cubicBezTo>
                    <a:pt x="34505" y="35560"/>
                    <a:pt x="69782" y="30480"/>
                    <a:pt x="152300" y="29210"/>
                  </a:cubicBezTo>
                  <a:cubicBezTo>
                    <a:pt x="291549" y="25400"/>
                    <a:pt x="430798" y="22860"/>
                    <a:pt x="575205" y="20320"/>
                  </a:cubicBezTo>
                  <a:cubicBezTo>
                    <a:pt x="673195" y="17780"/>
                    <a:pt x="771185" y="16510"/>
                    <a:pt x="864017" y="13970"/>
                  </a:cubicBezTo>
                  <a:cubicBezTo>
                    <a:pt x="956850" y="11430"/>
                    <a:pt x="1054840" y="8890"/>
                    <a:pt x="1147673" y="8890"/>
                  </a:cubicBezTo>
                  <a:cubicBezTo>
                    <a:pt x="1250820" y="7620"/>
                    <a:pt x="1353968" y="10160"/>
                    <a:pt x="1457115" y="8890"/>
                  </a:cubicBezTo>
                  <a:cubicBezTo>
                    <a:pt x="1586049" y="8890"/>
                    <a:pt x="3922339" y="6350"/>
                    <a:pt x="4051273" y="5080"/>
                  </a:cubicBezTo>
                  <a:cubicBezTo>
                    <a:pt x="4175050" y="3810"/>
                    <a:pt x="4298827" y="2540"/>
                    <a:pt x="4427761" y="2540"/>
                  </a:cubicBezTo>
                  <a:cubicBezTo>
                    <a:pt x="4639214" y="1270"/>
                    <a:pt x="4845508" y="0"/>
                    <a:pt x="5056961" y="0"/>
                  </a:cubicBezTo>
                  <a:cubicBezTo>
                    <a:pt x="5144636" y="0"/>
                    <a:pt x="5237469" y="2540"/>
                    <a:pt x="5325144" y="2540"/>
                  </a:cubicBezTo>
                  <a:cubicBezTo>
                    <a:pt x="5567540" y="3810"/>
                    <a:pt x="5815094" y="5080"/>
                    <a:pt x="6057491" y="7620"/>
                  </a:cubicBezTo>
                  <a:cubicBezTo>
                    <a:pt x="6186425" y="8890"/>
                    <a:pt x="6315359" y="12700"/>
                    <a:pt x="6444294" y="16510"/>
                  </a:cubicBezTo>
                  <a:cubicBezTo>
                    <a:pt x="6475238" y="16510"/>
                    <a:pt x="6506182" y="16510"/>
                    <a:pt x="6531969" y="16510"/>
                  </a:cubicBezTo>
                  <a:cubicBezTo>
                    <a:pt x="6559298" y="17780"/>
                    <a:pt x="6568188" y="20320"/>
                    <a:pt x="6578348" y="21590"/>
                  </a:cubicBezTo>
                  <a:close/>
                  <a:moveTo>
                    <a:pt x="6588508" y="8382207"/>
                  </a:moveTo>
                  <a:cubicBezTo>
                    <a:pt x="6589778" y="8365697"/>
                    <a:pt x="6591048" y="8352997"/>
                    <a:pt x="6591048" y="8340297"/>
                  </a:cubicBezTo>
                  <a:cubicBezTo>
                    <a:pt x="6589778" y="7973072"/>
                    <a:pt x="6588508" y="7622113"/>
                    <a:pt x="6588508" y="7244666"/>
                  </a:cubicBezTo>
                  <a:cubicBezTo>
                    <a:pt x="6588508" y="7072497"/>
                    <a:pt x="6591048" y="6900328"/>
                    <a:pt x="6589778" y="6728159"/>
                  </a:cubicBezTo>
                  <a:cubicBezTo>
                    <a:pt x="6589778" y="6569234"/>
                    <a:pt x="6588508" y="6403687"/>
                    <a:pt x="6587238" y="6244762"/>
                  </a:cubicBezTo>
                  <a:cubicBezTo>
                    <a:pt x="6582158" y="5999752"/>
                    <a:pt x="6570728" y="927392"/>
                    <a:pt x="6570728" y="682383"/>
                  </a:cubicBezTo>
                  <a:cubicBezTo>
                    <a:pt x="6568188" y="477104"/>
                    <a:pt x="6565648" y="265204"/>
                    <a:pt x="6563108" y="63500"/>
                  </a:cubicBezTo>
                  <a:cubicBezTo>
                    <a:pt x="6561838" y="44450"/>
                    <a:pt x="6560568" y="43180"/>
                    <a:pt x="6516497" y="41910"/>
                  </a:cubicBezTo>
                  <a:cubicBezTo>
                    <a:pt x="6501025" y="41910"/>
                    <a:pt x="6490710" y="41910"/>
                    <a:pt x="6475238" y="40640"/>
                  </a:cubicBezTo>
                  <a:cubicBezTo>
                    <a:pt x="6346304" y="36830"/>
                    <a:pt x="6212212" y="31750"/>
                    <a:pt x="6083278" y="30480"/>
                  </a:cubicBezTo>
                  <a:cubicBezTo>
                    <a:pt x="5768678" y="26670"/>
                    <a:pt x="5448921" y="25400"/>
                    <a:pt x="5134321" y="22860"/>
                  </a:cubicBezTo>
                  <a:cubicBezTo>
                    <a:pt x="5087905" y="22860"/>
                    <a:pt x="5036331" y="22860"/>
                    <a:pt x="4989915" y="22860"/>
                  </a:cubicBezTo>
                  <a:cubicBezTo>
                    <a:pt x="4912554" y="22860"/>
                    <a:pt x="4835194" y="22860"/>
                    <a:pt x="4762991" y="22860"/>
                  </a:cubicBezTo>
                  <a:cubicBezTo>
                    <a:pt x="4597955" y="22860"/>
                    <a:pt x="4432918" y="22860"/>
                    <a:pt x="4273040" y="24130"/>
                  </a:cubicBezTo>
                  <a:cubicBezTo>
                    <a:pt x="4133791" y="25400"/>
                    <a:pt x="1787187" y="29210"/>
                    <a:pt x="1647938" y="29210"/>
                  </a:cubicBezTo>
                  <a:cubicBezTo>
                    <a:pt x="1421014" y="29210"/>
                    <a:pt x="1194089" y="26670"/>
                    <a:pt x="967165" y="33020"/>
                  </a:cubicBezTo>
                  <a:cubicBezTo>
                    <a:pt x="848545" y="36830"/>
                    <a:pt x="735083" y="36830"/>
                    <a:pt x="621621" y="38100"/>
                  </a:cubicBezTo>
                  <a:cubicBezTo>
                    <a:pt x="425641" y="41910"/>
                    <a:pt x="229661" y="45720"/>
                    <a:pt x="45935" y="50800"/>
                  </a:cubicBezTo>
                  <a:cubicBezTo>
                    <a:pt x="33235" y="50800"/>
                    <a:pt x="30695" y="53340"/>
                    <a:pt x="29425" y="86413"/>
                  </a:cubicBezTo>
                  <a:cubicBezTo>
                    <a:pt x="28155" y="205607"/>
                    <a:pt x="28155" y="324801"/>
                    <a:pt x="26885" y="443995"/>
                  </a:cubicBezTo>
                  <a:cubicBezTo>
                    <a:pt x="25615" y="642651"/>
                    <a:pt x="23075" y="834686"/>
                    <a:pt x="21805" y="1033342"/>
                  </a:cubicBezTo>
                  <a:cubicBezTo>
                    <a:pt x="16725" y="1245242"/>
                    <a:pt x="23075" y="6423552"/>
                    <a:pt x="25615" y="6635452"/>
                  </a:cubicBezTo>
                  <a:cubicBezTo>
                    <a:pt x="25615" y="6860597"/>
                    <a:pt x="25615" y="7092362"/>
                    <a:pt x="26885" y="7317506"/>
                  </a:cubicBezTo>
                  <a:cubicBezTo>
                    <a:pt x="26885" y="7483053"/>
                    <a:pt x="29425" y="7648601"/>
                    <a:pt x="29425" y="7814147"/>
                  </a:cubicBezTo>
                  <a:cubicBezTo>
                    <a:pt x="29425" y="7992938"/>
                    <a:pt x="29425" y="8171729"/>
                    <a:pt x="28155" y="8340297"/>
                  </a:cubicBezTo>
                  <a:cubicBezTo>
                    <a:pt x="28155" y="8344107"/>
                    <a:pt x="28155" y="8346647"/>
                    <a:pt x="28155" y="8350457"/>
                  </a:cubicBezTo>
                  <a:cubicBezTo>
                    <a:pt x="28155" y="8360617"/>
                    <a:pt x="31965" y="8364427"/>
                    <a:pt x="40855" y="8364427"/>
                  </a:cubicBezTo>
                  <a:cubicBezTo>
                    <a:pt x="80097" y="8364427"/>
                    <a:pt x="152300" y="8365697"/>
                    <a:pt x="219346" y="8365697"/>
                  </a:cubicBezTo>
                  <a:cubicBezTo>
                    <a:pt x="317336" y="8365697"/>
                    <a:pt x="420483" y="8363157"/>
                    <a:pt x="518473" y="8365697"/>
                  </a:cubicBezTo>
                  <a:cubicBezTo>
                    <a:pt x="678352" y="8369507"/>
                    <a:pt x="838231" y="8372047"/>
                    <a:pt x="998109" y="8370777"/>
                  </a:cubicBezTo>
                  <a:cubicBezTo>
                    <a:pt x="1101257" y="8369507"/>
                    <a:pt x="1199247" y="8372047"/>
                    <a:pt x="1302394" y="8372047"/>
                  </a:cubicBezTo>
                  <a:cubicBezTo>
                    <a:pt x="1451958" y="8372047"/>
                    <a:pt x="1601522" y="8370777"/>
                    <a:pt x="1751085" y="8372047"/>
                  </a:cubicBezTo>
                  <a:cubicBezTo>
                    <a:pt x="1972852" y="8373317"/>
                    <a:pt x="4407132" y="8363157"/>
                    <a:pt x="4634056" y="8365697"/>
                  </a:cubicBezTo>
                  <a:cubicBezTo>
                    <a:pt x="4732046" y="8366967"/>
                    <a:pt x="4830036" y="8368236"/>
                    <a:pt x="4922869" y="8368236"/>
                  </a:cubicBezTo>
                  <a:cubicBezTo>
                    <a:pt x="5093062" y="8370777"/>
                    <a:pt x="5258098" y="8366967"/>
                    <a:pt x="5428291" y="8370777"/>
                  </a:cubicBezTo>
                  <a:cubicBezTo>
                    <a:pt x="5567540" y="8373317"/>
                    <a:pt x="5706789" y="8373317"/>
                    <a:pt x="5846038" y="8375857"/>
                  </a:cubicBezTo>
                  <a:cubicBezTo>
                    <a:pt x="6052334" y="8379667"/>
                    <a:pt x="6258628" y="8382207"/>
                    <a:pt x="6464923" y="8383477"/>
                  </a:cubicBezTo>
                  <a:cubicBezTo>
                    <a:pt x="6542284" y="8383477"/>
                    <a:pt x="6568188" y="8382207"/>
                    <a:pt x="6588508" y="8382207"/>
                  </a:cubicBezTo>
                  <a:close/>
                </a:path>
              </a:pathLst>
            </a:custGeom>
            <a:solidFill>
              <a:srgbClr val="9D999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94" name="Google Shape;194;p6"/>
          <p:cNvCxnSpPr/>
          <p:nvPr/>
        </p:nvCxnSpPr>
        <p:spPr>
          <a:xfrm>
            <a:off x="5651860" y="9434241"/>
            <a:ext cx="2541787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5" name="Google Shape;195;p6"/>
          <p:cNvSpPr txBox="1"/>
          <p:nvPr/>
        </p:nvSpPr>
        <p:spPr>
          <a:xfrm>
            <a:off x="5651860" y="8970190"/>
            <a:ext cx="2541787" cy="338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28" u="none" cap="none" strike="noStrike">
                <a:solidFill>
                  <a:srgbClr val="0011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C1A45D</a:t>
            </a:r>
            <a:endParaRPr/>
          </a:p>
        </p:txBody>
      </p:sp>
      <p:grpSp>
        <p:nvGrpSpPr>
          <p:cNvPr id="196" name="Google Shape;196;p6"/>
          <p:cNvGrpSpPr/>
          <p:nvPr/>
        </p:nvGrpSpPr>
        <p:grpSpPr>
          <a:xfrm>
            <a:off x="8673661" y="5570786"/>
            <a:ext cx="2542358" cy="3229888"/>
            <a:chOff x="-215" y="0"/>
            <a:chExt cx="6611368" cy="8399281"/>
          </a:xfrm>
        </p:grpSpPr>
        <p:sp>
          <p:nvSpPr>
            <p:cNvPr id="197" name="Google Shape;197;p6"/>
            <p:cNvSpPr/>
            <p:nvPr/>
          </p:nvSpPr>
          <p:spPr>
            <a:xfrm>
              <a:off x="10160" y="16510"/>
              <a:ext cx="6587023" cy="8373317"/>
            </a:xfrm>
            <a:custGeom>
              <a:rect b="b" l="l" r="r" t="t"/>
              <a:pathLst>
                <a:path extrusionOk="0" h="8373317" w="6587023">
                  <a:moveTo>
                    <a:pt x="6587023" y="8373317"/>
                  </a:moveTo>
                  <a:lnTo>
                    <a:pt x="0" y="8365697"/>
                  </a:lnTo>
                  <a:lnTo>
                    <a:pt x="0" y="2917312"/>
                  </a:lnTo>
                  <a:lnTo>
                    <a:pt x="17780" y="19050"/>
                  </a:lnTo>
                  <a:lnTo>
                    <a:pt x="3282765" y="0"/>
                  </a:lnTo>
                  <a:lnTo>
                    <a:pt x="6567973" y="5080"/>
                  </a:lnTo>
                  <a:close/>
                </a:path>
              </a:pathLst>
            </a:custGeom>
            <a:solidFill>
              <a:srgbClr val="E0CFAB"/>
            </a:solidFill>
            <a:ln>
              <a:noFill/>
            </a:ln>
          </p:spPr>
        </p:sp>
        <p:sp>
          <p:nvSpPr>
            <p:cNvPr id="198" name="Google Shape;198;p6"/>
            <p:cNvSpPr/>
            <p:nvPr/>
          </p:nvSpPr>
          <p:spPr>
            <a:xfrm>
              <a:off x="-215" y="0"/>
              <a:ext cx="6611368" cy="8399281"/>
            </a:xfrm>
            <a:custGeom>
              <a:rect b="b" l="l" r="r" t="t"/>
              <a:pathLst>
                <a:path extrusionOk="0" h="8399281" w="6611368">
                  <a:moveTo>
                    <a:pt x="6578348" y="21590"/>
                  </a:moveTo>
                  <a:cubicBezTo>
                    <a:pt x="6579618" y="34290"/>
                    <a:pt x="6579618" y="44450"/>
                    <a:pt x="6580888" y="54610"/>
                  </a:cubicBezTo>
                  <a:cubicBezTo>
                    <a:pt x="6583428" y="192364"/>
                    <a:pt x="6584698" y="377776"/>
                    <a:pt x="6587238" y="556567"/>
                  </a:cubicBezTo>
                  <a:cubicBezTo>
                    <a:pt x="6587238" y="814820"/>
                    <a:pt x="6599938" y="5907046"/>
                    <a:pt x="6606288" y="6165299"/>
                  </a:cubicBezTo>
                  <a:cubicBezTo>
                    <a:pt x="6612638" y="6555990"/>
                    <a:pt x="6608828" y="6953303"/>
                    <a:pt x="6608828" y="7343994"/>
                  </a:cubicBezTo>
                  <a:cubicBezTo>
                    <a:pt x="6608828" y="7688331"/>
                    <a:pt x="6610098" y="8006181"/>
                    <a:pt x="6611368" y="8339027"/>
                  </a:cubicBezTo>
                  <a:cubicBezTo>
                    <a:pt x="6611368" y="8360617"/>
                    <a:pt x="6611368" y="8374586"/>
                    <a:pt x="6611368" y="8398717"/>
                  </a:cubicBezTo>
                  <a:cubicBezTo>
                    <a:pt x="6588508" y="8398717"/>
                    <a:pt x="6568188" y="8399986"/>
                    <a:pt x="6531969" y="8398717"/>
                  </a:cubicBezTo>
                  <a:cubicBezTo>
                    <a:pt x="6196739" y="8393636"/>
                    <a:pt x="5856353" y="8399986"/>
                    <a:pt x="5521124" y="8394907"/>
                  </a:cubicBezTo>
                  <a:cubicBezTo>
                    <a:pt x="5319986" y="8391097"/>
                    <a:pt x="5124007" y="8393636"/>
                    <a:pt x="4922869" y="8391097"/>
                  </a:cubicBezTo>
                  <a:cubicBezTo>
                    <a:pt x="4830036" y="8389827"/>
                    <a:pt x="4737204" y="8388557"/>
                    <a:pt x="4644371" y="8387286"/>
                  </a:cubicBezTo>
                  <a:cubicBezTo>
                    <a:pt x="4587640" y="8387286"/>
                    <a:pt x="4536066" y="8388557"/>
                    <a:pt x="4479335" y="8388557"/>
                  </a:cubicBezTo>
                  <a:cubicBezTo>
                    <a:pt x="4334929" y="8387286"/>
                    <a:pt x="3937811" y="8388557"/>
                    <a:pt x="3793404" y="8387286"/>
                  </a:cubicBezTo>
                  <a:cubicBezTo>
                    <a:pt x="3690257" y="8386017"/>
                    <a:pt x="1627308" y="8394907"/>
                    <a:pt x="1524161" y="8393636"/>
                  </a:cubicBezTo>
                  <a:cubicBezTo>
                    <a:pt x="1498374" y="8393636"/>
                    <a:pt x="1467430" y="8394907"/>
                    <a:pt x="1441643" y="8394907"/>
                  </a:cubicBezTo>
                  <a:cubicBezTo>
                    <a:pt x="1379754" y="8394907"/>
                    <a:pt x="1323023" y="8396177"/>
                    <a:pt x="1261135" y="8396177"/>
                  </a:cubicBezTo>
                  <a:cubicBezTo>
                    <a:pt x="1106414" y="8396177"/>
                    <a:pt x="956850" y="8394907"/>
                    <a:pt x="802129" y="8393636"/>
                  </a:cubicBezTo>
                  <a:cubicBezTo>
                    <a:pt x="709296" y="8392367"/>
                    <a:pt x="616463" y="8391097"/>
                    <a:pt x="528788" y="8389827"/>
                  </a:cubicBezTo>
                  <a:cubicBezTo>
                    <a:pt x="363752" y="8388557"/>
                    <a:pt x="198716" y="8387286"/>
                    <a:pt x="44665" y="8387286"/>
                  </a:cubicBezTo>
                  <a:cubicBezTo>
                    <a:pt x="34505" y="8387286"/>
                    <a:pt x="25615" y="8387286"/>
                    <a:pt x="15455" y="8386017"/>
                  </a:cubicBezTo>
                  <a:cubicBezTo>
                    <a:pt x="6565" y="8384747"/>
                    <a:pt x="1485" y="8378397"/>
                    <a:pt x="4025" y="8369507"/>
                  </a:cubicBezTo>
                  <a:cubicBezTo>
                    <a:pt x="12915" y="8337276"/>
                    <a:pt x="9105" y="8171729"/>
                    <a:pt x="7835" y="7999560"/>
                  </a:cubicBezTo>
                  <a:cubicBezTo>
                    <a:pt x="6565" y="7648601"/>
                    <a:pt x="2755" y="7304262"/>
                    <a:pt x="4025" y="6953303"/>
                  </a:cubicBezTo>
                  <a:cubicBezTo>
                    <a:pt x="1485" y="6516259"/>
                    <a:pt x="-3595" y="1106183"/>
                    <a:pt x="4025" y="662517"/>
                  </a:cubicBezTo>
                  <a:cubicBezTo>
                    <a:pt x="5295" y="576432"/>
                    <a:pt x="4025" y="483726"/>
                    <a:pt x="5295" y="397642"/>
                  </a:cubicBezTo>
                  <a:cubicBezTo>
                    <a:pt x="6565" y="258582"/>
                    <a:pt x="9105" y="106279"/>
                    <a:pt x="10375" y="44450"/>
                  </a:cubicBezTo>
                  <a:cubicBezTo>
                    <a:pt x="10375" y="41910"/>
                    <a:pt x="11645" y="39370"/>
                    <a:pt x="12915" y="38100"/>
                  </a:cubicBezTo>
                  <a:cubicBezTo>
                    <a:pt x="34505" y="35560"/>
                    <a:pt x="69782" y="30480"/>
                    <a:pt x="152300" y="29210"/>
                  </a:cubicBezTo>
                  <a:cubicBezTo>
                    <a:pt x="291549" y="25400"/>
                    <a:pt x="430798" y="22860"/>
                    <a:pt x="575205" y="20320"/>
                  </a:cubicBezTo>
                  <a:cubicBezTo>
                    <a:pt x="673195" y="17780"/>
                    <a:pt x="771185" y="16510"/>
                    <a:pt x="864017" y="13970"/>
                  </a:cubicBezTo>
                  <a:cubicBezTo>
                    <a:pt x="956850" y="11430"/>
                    <a:pt x="1054840" y="8890"/>
                    <a:pt x="1147673" y="8890"/>
                  </a:cubicBezTo>
                  <a:cubicBezTo>
                    <a:pt x="1250820" y="7620"/>
                    <a:pt x="1353968" y="10160"/>
                    <a:pt x="1457115" y="8890"/>
                  </a:cubicBezTo>
                  <a:cubicBezTo>
                    <a:pt x="1586049" y="8890"/>
                    <a:pt x="3922339" y="6350"/>
                    <a:pt x="4051273" y="5080"/>
                  </a:cubicBezTo>
                  <a:cubicBezTo>
                    <a:pt x="4175050" y="3810"/>
                    <a:pt x="4298827" y="2540"/>
                    <a:pt x="4427761" y="2540"/>
                  </a:cubicBezTo>
                  <a:cubicBezTo>
                    <a:pt x="4639214" y="1270"/>
                    <a:pt x="4845508" y="0"/>
                    <a:pt x="5056961" y="0"/>
                  </a:cubicBezTo>
                  <a:cubicBezTo>
                    <a:pt x="5144636" y="0"/>
                    <a:pt x="5237469" y="2540"/>
                    <a:pt x="5325144" y="2540"/>
                  </a:cubicBezTo>
                  <a:cubicBezTo>
                    <a:pt x="5567540" y="3810"/>
                    <a:pt x="5815094" y="5080"/>
                    <a:pt x="6057491" y="7620"/>
                  </a:cubicBezTo>
                  <a:cubicBezTo>
                    <a:pt x="6186425" y="8890"/>
                    <a:pt x="6315359" y="12700"/>
                    <a:pt x="6444294" y="16510"/>
                  </a:cubicBezTo>
                  <a:cubicBezTo>
                    <a:pt x="6475238" y="16510"/>
                    <a:pt x="6506182" y="16510"/>
                    <a:pt x="6531969" y="16510"/>
                  </a:cubicBezTo>
                  <a:cubicBezTo>
                    <a:pt x="6559298" y="17780"/>
                    <a:pt x="6568188" y="20320"/>
                    <a:pt x="6578348" y="21590"/>
                  </a:cubicBezTo>
                  <a:close/>
                  <a:moveTo>
                    <a:pt x="6588508" y="8382207"/>
                  </a:moveTo>
                  <a:cubicBezTo>
                    <a:pt x="6589778" y="8365697"/>
                    <a:pt x="6591048" y="8352997"/>
                    <a:pt x="6591048" y="8340297"/>
                  </a:cubicBezTo>
                  <a:cubicBezTo>
                    <a:pt x="6589778" y="7973072"/>
                    <a:pt x="6588508" y="7622113"/>
                    <a:pt x="6588508" y="7244666"/>
                  </a:cubicBezTo>
                  <a:cubicBezTo>
                    <a:pt x="6588508" y="7072497"/>
                    <a:pt x="6591048" y="6900328"/>
                    <a:pt x="6589778" y="6728159"/>
                  </a:cubicBezTo>
                  <a:cubicBezTo>
                    <a:pt x="6589778" y="6569234"/>
                    <a:pt x="6588508" y="6403687"/>
                    <a:pt x="6587238" y="6244762"/>
                  </a:cubicBezTo>
                  <a:cubicBezTo>
                    <a:pt x="6582158" y="5999752"/>
                    <a:pt x="6570728" y="927392"/>
                    <a:pt x="6570728" y="682383"/>
                  </a:cubicBezTo>
                  <a:cubicBezTo>
                    <a:pt x="6568188" y="477104"/>
                    <a:pt x="6565648" y="265204"/>
                    <a:pt x="6563108" y="63500"/>
                  </a:cubicBezTo>
                  <a:cubicBezTo>
                    <a:pt x="6561838" y="44450"/>
                    <a:pt x="6560568" y="43180"/>
                    <a:pt x="6516497" y="41910"/>
                  </a:cubicBezTo>
                  <a:cubicBezTo>
                    <a:pt x="6501025" y="41910"/>
                    <a:pt x="6490710" y="41910"/>
                    <a:pt x="6475238" y="40640"/>
                  </a:cubicBezTo>
                  <a:cubicBezTo>
                    <a:pt x="6346304" y="36830"/>
                    <a:pt x="6212212" y="31750"/>
                    <a:pt x="6083278" y="30480"/>
                  </a:cubicBezTo>
                  <a:cubicBezTo>
                    <a:pt x="5768678" y="26670"/>
                    <a:pt x="5448921" y="25400"/>
                    <a:pt x="5134321" y="22860"/>
                  </a:cubicBezTo>
                  <a:cubicBezTo>
                    <a:pt x="5087905" y="22860"/>
                    <a:pt x="5036331" y="22860"/>
                    <a:pt x="4989915" y="22860"/>
                  </a:cubicBezTo>
                  <a:cubicBezTo>
                    <a:pt x="4912554" y="22860"/>
                    <a:pt x="4835194" y="22860"/>
                    <a:pt x="4762991" y="22860"/>
                  </a:cubicBezTo>
                  <a:cubicBezTo>
                    <a:pt x="4597955" y="22860"/>
                    <a:pt x="4432918" y="22860"/>
                    <a:pt x="4273040" y="24130"/>
                  </a:cubicBezTo>
                  <a:cubicBezTo>
                    <a:pt x="4133791" y="25400"/>
                    <a:pt x="1787187" y="29210"/>
                    <a:pt x="1647938" y="29210"/>
                  </a:cubicBezTo>
                  <a:cubicBezTo>
                    <a:pt x="1421014" y="29210"/>
                    <a:pt x="1194089" y="26670"/>
                    <a:pt x="967165" y="33020"/>
                  </a:cubicBezTo>
                  <a:cubicBezTo>
                    <a:pt x="848545" y="36830"/>
                    <a:pt x="735083" y="36830"/>
                    <a:pt x="621621" y="38100"/>
                  </a:cubicBezTo>
                  <a:cubicBezTo>
                    <a:pt x="425641" y="41910"/>
                    <a:pt x="229661" y="45720"/>
                    <a:pt x="45935" y="50800"/>
                  </a:cubicBezTo>
                  <a:cubicBezTo>
                    <a:pt x="33235" y="50800"/>
                    <a:pt x="30695" y="53340"/>
                    <a:pt x="29425" y="86413"/>
                  </a:cubicBezTo>
                  <a:cubicBezTo>
                    <a:pt x="28155" y="205607"/>
                    <a:pt x="28155" y="324801"/>
                    <a:pt x="26885" y="443995"/>
                  </a:cubicBezTo>
                  <a:cubicBezTo>
                    <a:pt x="25615" y="642651"/>
                    <a:pt x="23075" y="834686"/>
                    <a:pt x="21805" y="1033342"/>
                  </a:cubicBezTo>
                  <a:cubicBezTo>
                    <a:pt x="16725" y="1245242"/>
                    <a:pt x="23075" y="6423552"/>
                    <a:pt x="25615" y="6635452"/>
                  </a:cubicBezTo>
                  <a:cubicBezTo>
                    <a:pt x="25615" y="6860597"/>
                    <a:pt x="25615" y="7092362"/>
                    <a:pt x="26885" y="7317506"/>
                  </a:cubicBezTo>
                  <a:cubicBezTo>
                    <a:pt x="26885" y="7483053"/>
                    <a:pt x="29425" y="7648601"/>
                    <a:pt x="29425" y="7814147"/>
                  </a:cubicBezTo>
                  <a:cubicBezTo>
                    <a:pt x="29425" y="7992938"/>
                    <a:pt x="29425" y="8171729"/>
                    <a:pt x="28155" y="8340297"/>
                  </a:cubicBezTo>
                  <a:cubicBezTo>
                    <a:pt x="28155" y="8344107"/>
                    <a:pt x="28155" y="8346647"/>
                    <a:pt x="28155" y="8350457"/>
                  </a:cubicBezTo>
                  <a:cubicBezTo>
                    <a:pt x="28155" y="8360617"/>
                    <a:pt x="31965" y="8364427"/>
                    <a:pt x="40855" y="8364427"/>
                  </a:cubicBezTo>
                  <a:cubicBezTo>
                    <a:pt x="80097" y="8364427"/>
                    <a:pt x="152300" y="8365697"/>
                    <a:pt x="219346" y="8365697"/>
                  </a:cubicBezTo>
                  <a:cubicBezTo>
                    <a:pt x="317336" y="8365697"/>
                    <a:pt x="420483" y="8363157"/>
                    <a:pt x="518473" y="8365697"/>
                  </a:cubicBezTo>
                  <a:cubicBezTo>
                    <a:pt x="678352" y="8369507"/>
                    <a:pt x="838231" y="8372047"/>
                    <a:pt x="998109" y="8370777"/>
                  </a:cubicBezTo>
                  <a:cubicBezTo>
                    <a:pt x="1101257" y="8369507"/>
                    <a:pt x="1199247" y="8372047"/>
                    <a:pt x="1302394" y="8372047"/>
                  </a:cubicBezTo>
                  <a:cubicBezTo>
                    <a:pt x="1451958" y="8372047"/>
                    <a:pt x="1601522" y="8370777"/>
                    <a:pt x="1751085" y="8372047"/>
                  </a:cubicBezTo>
                  <a:cubicBezTo>
                    <a:pt x="1972852" y="8373317"/>
                    <a:pt x="4407132" y="8363157"/>
                    <a:pt x="4634056" y="8365697"/>
                  </a:cubicBezTo>
                  <a:cubicBezTo>
                    <a:pt x="4732046" y="8366967"/>
                    <a:pt x="4830036" y="8368236"/>
                    <a:pt x="4922869" y="8368236"/>
                  </a:cubicBezTo>
                  <a:cubicBezTo>
                    <a:pt x="5093062" y="8370777"/>
                    <a:pt x="5258098" y="8366967"/>
                    <a:pt x="5428291" y="8370777"/>
                  </a:cubicBezTo>
                  <a:cubicBezTo>
                    <a:pt x="5567540" y="8373317"/>
                    <a:pt x="5706789" y="8373317"/>
                    <a:pt x="5846038" y="8375857"/>
                  </a:cubicBezTo>
                  <a:cubicBezTo>
                    <a:pt x="6052334" y="8379667"/>
                    <a:pt x="6258628" y="8382207"/>
                    <a:pt x="6464923" y="8383477"/>
                  </a:cubicBezTo>
                  <a:cubicBezTo>
                    <a:pt x="6542284" y="8383477"/>
                    <a:pt x="6568188" y="8382207"/>
                    <a:pt x="6588508" y="8382207"/>
                  </a:cubicBezTo>
                  <a:close/>
                </a:path>
              </a:pathLst>
            </a:custGeom>
            <a:solidFill>
              <a:srgbClr val="E5D6B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99" name="Google Shape;199;p6"/>
          <p:cNvCxnSpPr/>
          <p:nvPr/>
        </p:nvCxnSpPr>
        <p:spPr>
          <a:xfrm>
            <a:off x="8673744" y="9434241"/>
            <a:ext cx="2541787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0" name="Google Shape;200;p6"/>
          <p:cNvSpPr txBox="1"/>
          <p:nvPr/>
        </p:nvSpPr>
        <p:spPr>
          <a:xfrm>
            <a:off x="8673744" y="8970190"/>
            <a:ext cx="2541787" cy="6914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28" u="none" cap="none" strike="noStrike">
                <a:solidFill>
                  <a:srgbClr val="0011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E0CFAB</a:t>
            </a:r>
            <a:endParaRPr/>
          </a:p>
          <a:p>
            <a:pPr indent="0" lvl="0" marL="0" marR="0" rtl="0" algn="l">
              <a:lnSpc>
                <a:spcPct val="1400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28" u="none" cap="none" strike="noStrike">
              <a:solidFill>
                <a:srgbClr val="001126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grpSp>
        <p:nvGrpSpPr>
          <p:cNvPr id="201" name="Google Shape;201;p6"/>
          <p:cNvGrpSpPr/>
          <p:nvPr/>
        </p:nvGrpSpPr>
        <p:grpSpPr>
          <a:xfrm>
            <a:off x="8673661" y="1078405"/>
            <a:ext cx="2542358" cy="3229888"/>
            <a:chOff x="-215" y="0"/>
            <a:chExt cx="6611368" cy="8399281"/>
          </a:xfrm>
        </p:grpSpPr>
        <p:sp>
          <p:nvSpPr>
            <p:cNvPr id="202" name="Google Shape;202;p6"/>
            <p:cNvSpPr/>
            <p:nvPr/>
          </p:nvSpPr>
          <p:spPr>
            <a:xfrm>
              <a:off x="10160" y="16510"/>
              <a:ext cx="6587023" cy="8373317"/>
            </a:xfrm>
            <a:custGeom>
              <a:rect b="b" l="l" r="r" t="t"/>
              <a:pathLst>
                <a:path extrusionOk="0" h="8373317" w="6587023">
                  <a:moveTo>
                    <a:pt x="6587023" y="8373317"/>
                  </a:moveTo>
                  <a:lnTo>
                    <a:pt x="0" y="8365697"/>
                  </a:lnTo>
                  <a:lnTo>
                    <a:pt x="0" y="2917312"/>
                  </a:lnTo>
                  <a:lnTo>
                    <a:pt x="17780" y="19050"/>
                  </a:lnTo>
                  <a:lnTo>
                    <a:pt x="3282765" y="0"/>
                  </a:lnTo>
                  <a:lnTo>
                    <a:pt x="6567973" y="5080"/>
                  </a:lnTo>
                  <a:close/>
                </a:path>
              </a:pathLst>
            </a:custGeom>
            <a:solidFill>
              <a:srgbClr val="0A1F44"/>
            </a:solidFill>
            <a:ln>
              <a:noFill/>
            </a:ln>
          </p:spPr>
        </p:sp>
        <p:sp>
          <p:nvSpPr>
            <p:cNvPr id="203" name="Google Shape;203;p6"/>
            <p:cNvSpPr/>
            <p:nvPr/>
          </p:nvSpPr>
          <p:spPr>
            <a:xfrm>
              <a:off x="-215" y="0"/>
              <a:ext cx="6611368" cy="8399281"/>
            </a:xfrm>
            <a:custGeom>
              <a:rect b="b" l="l" r="r" t="t"/>
              <a:pathLst>
                <a:path extrusionOk="0" h="8399281" w="6611368">
                  <a:moveTo>
                    <a:pt x="6578348" y="21590"/>
                  </a:moveTo>
                  <a:cubicBezTo>
                    <a:pt x="6579618" y="34290"/>
                    <a:pt x="6579618" y="44450"/>
                    <a:pt x="6580888" y="54610"/>
                  </a:cubicBezTo>
                  <a:cubicBezTo>
                    <a:pt x="6583428" y="192364"/>
                    <a:pt x="6584698" y="377776"/>
                    <a:pt x="6587238" y="556567"/>
                  </a:cubicBezTo>
                  <a:cubicBezTo>
                    <a:pt x="6587238" y="814820"/>
                    <a:pt x="6599938" y="5907046"/>
                    <a:pt x="6606288" y="6165299"/>
                  </a:cubicBezTo>
                  <a:cubicBezTo>
                    <a:pt x="6612638" y="6555990"/>
                    <a:pt x="6608828" y="6953303"/>
                    <a:pt x="6608828" y="7343994"/>
                  </a:cubicBezTo>
                  <a:cubicBezTo>
                    <a:pt x="6608828" y="7688331"/>
                    <a:pt x="6610098" y="8006181"/>
                    <a:pt x="6611368" y="8339027"/>
                  </a:cubicBezTo>
                  <a:cubicBezTo>
                    <a:pt x="6611368" y="8360617"/>
                    <a:pt x="6611368" y="8374586"/>
                    <a:pt x="6611368" y="8398717"/>
                  </a:cubicBezTo>
                  <a:cubicBezTo>
                    <a:pt x="6588508" y="8398717"/>
                    <a:pt x="6568188" y="8399986"/>
                    <a:pt x="6531969" y="8398717"/>
                  </a:cubicBezTo>
                  <a:cubicBezTo>
                    <a:pt x="6196739" y="8393636"/>
                    <a:pt x="5856353" y="8399986"/>
                    <a:pt x="5521124" y="8394907"/>
                  </a:cubicBezTo>
                  <a:cubicBezTo>
                    <a:pt x="5319986" y="8391097"/>
                    <a:pt x="5124007" y="8393636"/>
                    <a:pt x="4922869" y="8391097"/>
                  </a:cubicBezTo>
                  <a:cubicBezTo>
                    <a:pt x="4830036" y="8389827"/>
                    <a:pt x="4737204" y="8388557"/>
                    <a:pt x="4644371" y="8387286"/>
                  </a:cubicBezTo>
                  <a:cubicBezTo>
                    <a:pt x="4587640" y="8387286"/>
                    <a:pt x="4536066" y="8388557"/>
                    <a:pt x="4479335" y="8388557"/>
                  </a:cubicBezTo>
                  <a:cubicBezTo>
                    <a:pt x="4334929" y="8387286"/>
                    <a:pt x="3937811" y="8388557"/>
                    <a:pt x="3793404" y="8387286"/>
                  </a:cubicBezTo>
                  <a:cubicBezTo>
                    <a:pt x="3690257" y="8386017"/>
                    <a:pt x="1627308" y="8394907"/>
                    <a:pt x="1524161" y="8393636"/>
                  </a:cubicBezTo>
                  <a:cubicBezTo>
                    <a:pt x="1498374" y="8393636"/>
                    <a:pt x="1467430" y="8394907"/>
                    <a:pt x="1441643" y="8394907"/>
                  </a:cubicBezTo>
                  <a:cubicBezTo>
                    <a:pt x="1379754" y="8394907"/>
                    <a:pt x="1323023" y="8396177"/>
                    <a:pt x="1261135" y="8396177"/>
                  </a:cubicBezTo>
                  <a:cubicBezTo>
                    <a:pt x="1106414" y="8396177"/>
                    <a:pt x="956850" y="8394907"/>
                    <a:pt x="802129" y="8393636"/>
                  </a:cubicBezTo>
                  <a:cubicBezTo>
                    <a:pt x="709296" y="8392367"/>
                    <a:pt x="616463" y="8391097"/>
                    <a:pt x="528788" y="8389827"/>
                  </a:cubicBezTo>
                  <a:cubicBezTo>
                    <a:pt x="363752" y="8388557"/>
                    <a:pt x="198716" y="8387286"/>
                    <a:pt x="44665" y="8387286"/>
                  </a:cubicBezTo>
                  <a:cubicBezTo>
                    <a:pt x="34505" y="8387286"/>
                    <a:pt x="25615" y="8387286"/>
                    <a:pt x="15455" y="8386017"/>
                  </a:cubicBezTo>
                  <a:cubicBezTo>
                    <a:pt x="6565" y="8384747"/>
                    <a:pt x="1485" y="8378397"/>
                    <a:pt x="4025" y="8369507"/>
                  </a:cubicBezTo>
                  <a:cubicBezTo>
                    <a:pt x="12915" y="8337276"/>
                    <a:pt x="9105" y="8171729"/>
                    <a:pt x="7835" y="7999560"/>
                  </a:cubicBezTo>
                  <a:cubicBezTo>
                    <a:pt x="6565" y="7648601"/>
                    <a:pt x="2755" y="7304262"/>
                    <a:pt x="4025" y="6953303"/>
                  </a:cubicBezTo>
                  <a:cubicBezTo>
                    <a:pt x="1485" y="6516259"/>
                    <a:pt x="-3595" y="1106183"/>
                    <a:pt x="4025" y="662517"/>
                  </a:cubicBezTo>
                  <a:cubicBezTo>
                    <a:pt x="5295" y="576432"/>
                    <a:pt x="4025" y="483726"/>
                    <a:pt x="5295" y="397642"/>
                  </a:cubicBezTo>
                  <a:cubicBezTo>
                    <a:pt x="6565" y="258582"/>
                    <a:pt x="9105" y="106279"/>
                    <a:pt x="10375" y="44450"/>
                  </a:cubicBezTo>
                  <a:cubicBezTo>
                    <a:pt x="10375" y="41910"/>
                    <a:pt x="11645" y="39370"/>
                    <a:pt x="12915" y="38100"/>
                  </a:cubicBezTo>
                  <a:cubicBezTo>
                    <a:pt x="34505" y="35560"/>
                    <a:pt x="69782" y="30480"/>
                    <a:pt x="152300" y="29210"/>
                  </a:cubicBezTo>
                  <a:cubicBezTo>
                    <a:pt x="291549" y="25400"/>
                    <a:pt x="430798" y="22860"/>
                    <a:pt x="575205" y="20320"/>
                  </a:cubicBezTo>
                  <a:cubicBezTo>
                    <a:pt x="673195" y="17780"/>
                    <a:pt x="771185" y="16510"/>
                    <a:pt x="864017" y="13970"/>
                  </a:cubicBezTo>
                  <a:cubicBezTo>
                    <a:pt x="956850" y="11430"/>
                    <a:pt x="1054840" y="8890"/>
                    <a:pt x="1147673" y="8890"/>
                  </a:cubicBezTo>
                  <a:cubicBezTo>
                    <a:pt x="1250820" y="7620"/>
                    <a:pt x="1353968" y="10160"/>
                    <a:pt x="1457115" y="8890"/>
                  </a:cubicBezTo>
                  <a:cubicBezTo>
                    <a:pt x="1586049" y="8890"/>
                    <a:pt x="3922339" y="6350"/>
                    <a:pt x="4051273" y="5080"/>
                  </a:cubicBezTo>
                  <a:cubicBezTo>
                    <a:pt x="4175050" y="3810"/>
                    <a:pt x="4298827" y="2540"/>
                    <a:pt x="4427761" y="2540"/>
                  </a:cubicBezTo>
                  <a:cubicBezTo>
                    <a:pt x="4639214" y="1270"/>
                    <a:pt x="4845508" y="0"/>
                    <a:pt x="5056961" y="0"/>
                  </a:cubicBezTo>
                  <a:cubicBezTo>
                    <a:pt x="5144636" y="0"/>
                    <a:pt x="5237469" y="2540"/>
                    <a:pt x="5325144" y="2540"/>
                  </a:cubicBezTo>
                  <a:cubicBezTo>
                    <a:pt x="5567540" y="3810"/>
                    <a:pt x="5815094" y="5080"/>
                    <a:pt x="6057491" y="7620"/>
                  </a:cubicBezTo>
                  <a:cubicBezTo>
                    <a:pt x="6186425" y="8890"/>
                    <a:pt x="6315359" y="12700"/>
                    <a:pt x="6444294" y="16510"/>
                  </a:cubicBezTo>
                  <a:cubicBezTo>
                    <a:pt x="6475238" y="16510"/>
                    <a:pt x="6506182" y="16510"/>
                    <a:pt x="6531969" y="16510"/>
                  </a:cubicBezTo>
                  <a:cubicBezTo>
                    <a:pt x="6559298" y="17780"/>
                    <a:pt x="6568188" y="20320"/>
                    <a:pt x="6578348" y="21590"/>
                  </a:cubicBezTo>
                  <a:close/>
                  <a:moveTo>
                    <a:pt x="6588508" y="8382207"/>
                  </a:moveTo>
                  <a:cubicBezTo>
                    <a:pt x="6589778" y="8365697"/>
                    <a:pt x="6591048" y="8352997"/>
                    <a:pt x="6591048" y="8340297"/>
                  </a:cubicBezTo>
                  <a:cubicBezTo>
                    <a:pt x="6589778" y="7973072"/>
                    <a:pt x="6588508" y="7622113"/>
                    <a:pt x="6588508" y="7244666"/>
                  </a:cubicBezTo>
                  <a:cubicBezTo>
                    <a:pt x="6588508" y="7072497"/>
                    <a:pt x="6591048" y="6900328"/>
                    <a:pt x="6589778" y="6728159"/>
                  </a:cubicBezTo>
                  <a:cubicBezTo>
                    <a:pt x="6589778" y="6569234"/>
                    <a:pt x="6588508" y="6403687"/>
                    <a:pt x="6587238" y="6244762"/>
                  </a:cubicBezTo>
                  <a:cubicBezTo>
                    <a:pt x="6582158" y="5999752"/>
                    <a:pt x="6570728" y="927392"/>
                    <a:pt x="6570728" y="682383"/>
                  </a:cubicBezTo>
                  <a:cubicBezTo>
                    <a:pt x="6568188" y="477104"/>
                    <a:pt x="6565648" y="265204"/>
                    <a:pt x="6563108" y="63500"/>
                  </a:cubicBezTo>
                  <a:cubicBezTo>
                    <a:pt x="6561838" y="44450"/>
                    <a:pt x="6560568" y="43180"/>
                    <a:pt x="6516497" y="41910"/>
                  </a:cubicBezTo>
                  <a:cubicBezTo>
                    <a:pt x="6501025" y="41910"/>
                    <a:pt x="6490710" y="41910"/>
                    <a:pt x="6475238" y="40640"/>
                  </a:cubicBezTo>
                  <a:cubicBezTo>
                    <a:pt x="6346304" y="36830"/>
                    <a:pt x="6212212" y="31750"/>
                    <a:pt x="6083278" y="30480"/>
                  </a:cubicBezTo>
                  <a:cubicBezTo>
                    <a:pt x="5768678" y="26670"/>
                    <a:pt x="5448921" y="25400"/>
                    <a:pt x="5134321" y="22860"/>
                  </a:cubicBezTo>
                  <a:cubicBezTo>
                    <a:pt x="5087905" y="22860"/>
                    <a:pt x="5036331" y="22860"/>
                    <a:pt x="4989915" y="22860"/>
                  </a:cubicBezTo>
                  <a:cubicBezTo>
                    <a:pt x="4912554" y="22860"/>
                    <a:pt x="4835194" y="22860"/>
                    <a:pt x="4762991" y="22860"/>
                  </a:cubicBezTo>
                  <a:cubicBezTo>
                    <a:pt x="4597955" y="22860"/>
                    <a:pt x="4432918" y="22860"/>
                    <a:pt x="4273040" y="24130"/>
                  </a:cubicBezTo>
                  <a:cubicBezTo>
                    <a:pt x="4133791" y="25400"/>
                    <a:pt x="1787187" y="29210"/>
                    <a:pt x="1647938" y="29210"/>
                  </a:cubicBezTo>
                  <a:cubicBezTo>
                    <a:pt x="1421014" y="29210"/>
                    <a:pt x="1194089" y="26670"/>
                    <a:pt x="967165" y="33020"/>
                  </a:cubicBezTo>
                  <a:cubicBezTo>
                    <a:pt x="848545" y="36830"/>
                    <a:pt x="735083" y="36830"/>
                    <a:pt x="621621" y="38100"/>
                  </a:cubicBezTo>
                  <a:cubicBezTo>
                    <a:pt x="425641" y="41910"/>
                    <a:pt x="229661" y="45720"/>
                    <a:pt x="45935" y="50800"/>
                  </a:cubicBezTo>
                  <a:cubicBezTo>
                    <a:pt x="33235" y="50800"/>
                    <a:pt x="30695" y="53340"/>
                    <a:pt x="29425" y="86413"/>
                  </a:cubicBezTo>
                  <a:cubicBezTo>
                    <a:pt x="28155" y="205607"/>
                    <a:pt x="28155" y="324801"/>
                    <a:pt x="26885" y="443995"/>
                  </a:cubicBezTo>
                  <a:cubicBezTo>
                    <a:pt x="25615" y="642651"/>
                    <a:pt x="23075" y="834686"/>
                    <a:pt x="21805" y="1033342"/>
                  </a:cubicBezTo>
                  <a:cubicBezTo>
                    <a:pt x="16725" y="1245242"/>
                    <a:pt x="23075" y="6423552"/>
                    <a:pt x="25615" y="6635452"/>
                  </a:cubicBezTo>
                  <a:cubicBezTo>
                    <a:pt x="25615" y="6860597"/>
                    <a:pt x="25615" y="7092362"/>
                    <a:pt x="26885" y="7317506"/>
                  </a:cubicBezTo>
                  <a:cubicBezTo>
                    <a:pt x="26885" y="7483053"/>
                    <a:pt x="29425" y="7648601"/>
                    <a:pt x="29425" y="7814147"/>
                  </a:cubicBezTo>
                  <a:cubicBezTo>
                    <a:pt x="29425" y="7992938"/>
                    <a:pt x="29425" y="8171729"/>
                    <a:pt x="28155" y="8340297"/>
                  </a:cubicBezTo>
                  <a:cubicBezTo>
                    <a:pt x="28155" y="8344107"/>
                    <a:pt x="28155" y="8346647"/>
                    <a:pt x="28155" y="8350457"/>
                  </a:cubicBezTo>
                  <a:cubicBezTo>
                    <a:pt x="28155" y="8360617"/>
                    <a:pt x="31965" y="8364427"/>
                    <a:pt x="40855" y="8364427"/>
                  </a:cubicBezTo>
                  <a:cubicBezTo>
                    <a:pt x="80097" y="8364427"/>
                    <a:pt x="152300" y="8365697"/>
                    <a:pt x="219346" y="8365697"/>
                  </a:cubicBezTo>
                  <a:cubicBezTo>
                    <a:pt x="317336" y="8365697"/>
                    <a:pt x="420483" y="8363157"/>
                    <a:pt x="518473" y="8365697"/>
                  </a:cubicBezTo>
                  <a:cubicBezTo>
                    <a:pt x="678352" y="8369507"/>
                    <a:pt x="838231" y="8372047"/>
                    <a:pt x="998109" y="8370777"/>
                  </a:cubicBezTo>
                  <a:cubicBezTo>
                    <a:pt x="1101257" y="8369507"/>
                    <a:pt x="1199247" y="8372047"/>
                    <a:pt x="1302394" y="8372047"/>
                  </a:cubicBezTo>
                  <a:cubicBezTo>
                    <a:pt x="1451958" y="8372047"/>
                    <a:pt x="1601522" y="8370777"/>
                    <a:pt x="1751085" y="8372047"/>
                  </a:cubicBezTo>
                  <a:cubicBezTo>
                    <a:pt x="1972852" y="8373317"/>
                    <a:pt x="4407132" y="8363157"/>
                    <a:pt x="4634056" y="8365697"/>
                  </a:cubicBezTo>
                  <a:cubicBezTo>
                    <a:pt x="4732046" y="8366967"/>
                    <a:pt x="4830036" y="8368236"/>
                    <a:pt x="4922869" y="8368236"/>
                  </a:cubicBezTo>
                  <a:cubicBezTo>
                    <a:pt x="5093062" y="8370777"/>
                    <a:pt x="5258098" y="8366967"/>
                    <a:pt x="5428291" y="8370777"/>
                  </a:cubicBezTo>
                  <a:cubicBezTo>
                    <a:pt x="5567540" y="8373317"/>
                    <a:pt x="5706789" y="8373317"/>
                    <a:pt x="5846038" y="8375857"/>
                  </a:cubicBezTo>
                  <a:cubicBezTo>
                    <a:pt x="6052334" y="8379667"/>
                    <a:pt x="6258628" y="8382207"/>
                    <a:pt x="6464923" y="8383477"/>
                  </a:cubicBezTo>
                  <a:cubicBezTo>
                    <a:pt x="6542284" y="8383477"/>
                    <a:pt x="6568188" y="8382207"/>
                    <a:pt x="6588508" y="8382207"/>
                  </a:cubicBezTo>
                  <a:close/>
                </a:path>
              </a:pathLst>
            </a:custGeom>
            <a:solidFill>
              <a:srgbClr val="9D999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204" name="Google Shape;204;p6"/>
          <p:cNvCxnSpPr/>
          <p:nvPr/>
        </p:nvCxnSpPr>
        <p:spPr>
          <a:xfrm>
            <a:off x="8673744" y="4941859"/>
            <a:ext cx="2541787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5" name="Google Shape;205;p6"/>
          <p:cNvSpPr txBox="1"/>
          <p:nvPr/>
        </p:nvSpPr>
        <p:spPr>
          <a:xfrm>
            <a:off x="8673744" y="4477809"/>
            <a:ext cx="2541787" cy="338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28" u="none" cap="none" strike="noStrike">
                <a:solidFill>
                  <a:srgbClr val="001126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0A1F44</a:t>
            </a:r>
            <a:endParaRPr/>
          </a:p>
        </p:txBody>
      </p:sp>
      <p:sp>
        <p:nvSpPr>
          <p:cNvPr id="206" name="Google Shape;206;p6"/>
          <p:cNvSpPr txBox="1"/>
          <p:nvPr/>
        </p:nvSpPr>
        <p:spPr>
          <a:xfrm>
            <a:off x="11695629" y="5306964"/>
            <a:ext cx="2076863" cy="2568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4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12" u="none" cap="none" strike="noStrike">
                <a:solidFill>
                  <a:srgbClr val="8A7A63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Supportive Colour</a:t>
            </a:r>
            <a:endParaRPr/>
          </a:p>
        </p:txBody>
      </p:sp>
      <p:sp>
        <p:nvSpPr>
          <p:cNvPr id="207" name="Google Shape;207;p6"/>
          <p:cNvSpPr txBox="1"/>
          <p:nvPr/>
        </p:nvSpPr>
        <p:spPr>
          <a:xfrm>
            <a:off x="1028700" y="1257300"/>
            <a:ext cx="3761218" cy="1905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0A1F44"/>
                </a:solidFill>
                <a:latin typeface="Montserrat"/>
                <a:ea typeface="Montserrat"/>
                <a:cs typeface="Montserrat"/>
                <a:sym typeface="Montserrat"/>
              </a:rPr>
              <a:t>colour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0A1F44"/>
                </a:solidFill>
                <a:latin typeface="Montserrat"/>
                <a:ea typeface="Montserrat"/>
                <a:cs typeface="Montserrat"/>
                <a:sym typeface="Montserrat"/>
              </a:rPr>
              <a:t>palette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1B2A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7"/>
          <p:cNvSpPr txBox="1"/>
          <p:nvPr/>
        </p:nvSpPr>
        <p:spPr>
          <a:xfrm>
            <a:off x="6687007" y="4615807"/>
            <a:ext cx="4913985" cy="1379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00" u="none" cap="none" strike="noStrike">
                <a:solidFill>
                  <a:srgbClr val="E0CFAB"/>
                </a:solidFill>
                <a:latin typeface="Montserrat"/>
                <a:ea typeface="Montserrat"/>
                <a:cs typeface="Montserrat"/>
                <a:sym typeface="Montserrat"/>
              </a:rPr>
              <a:t>FONTS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BF7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8"/>
          <p:cNvSpPr txBox="1"/>
          <p:nvPr/>
        </p:nvSpPr>
        <p:spPr>
          <a:xfrm>
            <a:off x="1028700" y="1257300"/>
            <a:ext cx="2441440" cy="9906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091B2A"/>
                </a:solidFill>
                <a:latin typeface="Montserrat"/>
                <a:ea typeface="Montserrat"/>
                <a:cs typeface="Montserrat"/>
                <a:sym typeface="Montserrat"/>
              </a:rPr>
              <a:t>fonts</a:t>
            </a:r>
            <a:endParaRPr/>
          </a:p>
        </p:txBody>
      </p:sp>
      <p:sp>
        <p:nvSpPr>
          <p:cNvPr id="218" name="Google Shape;218;p8"/>
          <p:cNvSpPr txBox="1"/>
          <p:nvPr/>
        </p:nvSpPr>
        <p:spPr>
          <a:xfrm>
            <a:off x="7779044" y="3668322"/>
            <a:ext cx="9480256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99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99" u="none" cap="none" strike="noStrike">
                <a:solidFill>
                  <a:srgbClr val="091B2A"/>
                </a:solidFill>
                <a:latin typeface="Montserrat"/>
                <a:ea typeface="Montserrat"/>
                <a:cs typeface="Montserrat"/>
                <a:sym typeface="Montserrat"/>
              </a:rPr>
              <a:t>HEADING  1    MONTSERRAT CAPITAL </a:t>
            </a:r>
            <a:endParaRPr/>
          </a:p>
        </p:txBody>
      </p:sp>
      <p:sp>
        <p:nvSpPr>
          <p:cNvPr id="219" name="Google Shape;219;p8"/>
          <p:cNvSpPr txBox="1"/>
          <p:nvPr/>
        </p:nvSpPr>
        <p:spPr>
          <a:xfrm>
            <a:off x="7779044" y="5803090"/>
            <a:ext cx="7368611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99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3999" u="none" cap="none" strike="noStrike">
                <a:solidFill>
                  <a:srgbClr val="091B2A"/>
                </a:solidFill>
                <a:latin typeface="Montserrat"/>
                <a:ea typeface="Montserrat"/>
                <a:cs typeface="Montserrat"/>
                <a:sym typeface="Montserrat"/>
              </a:rPr>
              <a:t>Heading   3   Montserrat Italic </a:t>
            </a:r>
            <a:endParaRPr/>
          </a:p>
        </p:txBody>
      </p:sp>
      <p:sp>
        <p:nvSpPr>
          <p:cNvPr id="220" name="Google Shape;220;p8"/>
          <p:cNvSpPr txBox="1"/>
          <p:nvPr/>
        </p:nvSpPr>
        <p:spPr>
          <a:xfrm>
            <a:off x="7779044" y="6860365"/>
            <a:ext cx="7368611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99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99" u="none" cap="none" strike="noStrike">
                <a:solidFill>
                  <a:srgbClr val="091B2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Body              Libre Baskerville</a:t>
            </a:r>
            <a:endParaRPr/>
          </a:p>
        </p:txBody>
      </p:sp>
      <p:sp>
        <p:nvSpPr>
          <p:cNvPr id="221" name="Google Shape;221;p8"/>
          <p:cNvSpPr txBox="1"/>
          <p:nvPr/>
        </p:nvSpPr>
        <p:spPr>
          <a:xfrm>
            <a:off x="7779044" y="4736291"/>
            <a:ext cx="8758777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99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99" u="none" cap="none" strike="noStrike">
                <a:solidFill>
                  <a:srgbClr val="091B2A"/>
                </a:solidFill>
                <a:latin typeface="Montserrat"/>
                <a:ea typeface="Montserrat"/>
                <a:cs typeface="Montserrat"/>
                <a:sym typeface="Montserrat"/>
              </a:rPr>
              <a:t>Heading   2    Montserrat Bold 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BF7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9"/>
          <p:cNvSpPr txBox="1"/>
          <p:nvPr/>
        </p:nvSpPr>
        <p:spPr>
          <a:xfrm>
            <a:off x="1028700" y="1257300"/>
            <a:ext cx="11908648" cy="9906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091B2A"/>
                </a:solidFill>
                <a:latin typeface="Montserrat"/>
                <a:ea typeface="Montserrat"/>
                <a:cs typeface="Montserrat"/>
                <a:sym typeface="Montserrat"/>
              </a:rPr>
              <a:t>fonts | example </a:t>
            </a:r>
            <a:endParaRPr/>
          </a:p>
        </p:txBody>
      </p:sp>
      <p:sp>
        <p:nvSpPr>
          <p:cNvPr id="227" name="Google Shape;227;p9"/>
          <p:cNvSpPr txBox="1"/>
          <p:nvPr/>
        </p:nvSpPr>
        <p:spPr>
          <a:xfrm>
            <a:off x="1028700" y="2462213"/>
            <a:ext cx="16519073" cy="75340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799" u="none" cap="none" strike="noStrike">
                <a:solidFill>
                  <a:srgbClr val="091B2A"/>
                </a:solidFill>
                <a:latin typeface="Montserrat"/>
                <a:ea typeface="Montserrat"/>
                <a:cs typeface="Montserrat"/>
                <a:sym typeface="Montserrat"/>
              </a:rPr>
              <a:t>DUBAI IN NUMBERS </a:t>
            </a:r>
            <a:endParaRPr/>
          </a:p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500" u="none" cap="none" strike="noStrike">
                <a:solidFill>
                  <a:srgbClr val="091B2A"/>
                </a:solidFill>
                <a:latin typeface="Montserrat"/>
                <a:ea typeface="Montserrat"/>
                <a:cs typeface="Montserrat"/>
                <a:sym typeface="Montserrat"/>
              </a:rPr>
              <a:t>A Market That Keeps Surpassing Expectations</a:t>
            </a:r>
            <a:endParaRPr/>
          </a:p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91B2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Knight Frank’s recent research highlights just how exceptional Dubai’s performance has been:</a:t>
            </a:r>
            <a:endParaRPr/>
          </a:p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000" u="none" cap="none" strike="noStrike">
              <a:solidFill>
                <a:srgbClr val="091B2A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-323850" lvl="1" marL="64770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091B2A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091B2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Prime villa prices have surged 94% from Q1 2020 to Q4 2024.</a:t>
            </a:r>
            <a:endParaRPr/>
          </a:p>
          <a:p>
            <a:pPr indent="-323850" lvl="1" marL="64770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091B2A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091B2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Prime properties overall have climbed 147% in the last five years.</a:t>
            </a:r>
            <a:endParaRPr/>
          </a:p>
          <a:p>
            <a:pPr indent="-323850" lvl="1" marL="64770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091B2A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091B2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 USD 1 million prime property purchased in 2020 is now valued at around USD 2.7 million.</a:t>
            </a:r>
            <a:endParaRPr/>
          </a:p>
          <a:p>
            <a:pPr indent="-323850" lvl="1" marL="64770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091B2A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091B2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Listings of homes priced above USD 10 million have dropped 65%, a sign of tight luxury supply.</a:t>
            </a:r>
            <a:endParaRPr/>
          </a:p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000" u="none" cap="none" strike="noStrike">
              <a:solidFill>
                <a:srgbClr val="091B2A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91B2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These are not just strong results, they’re signals of long-term confidence, rising global demand, and a market with room to grow in 2025 and beyond.</a:t>
            </a:r>
            <a:endParaRPr/>
          </a:p>
          <a:p>
            <a:pPr indent="0" lvl="0" marL="0" marR="0" rtl="0" algn="l">
              <a:lnSpc>
                <a:spcPct val="1199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000" u="none" cap="none" strike="noStrike">
              <a:solidFill>
                <a:srgbClr val="091B2A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1B2A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0"/>
          <p:cNvSpPr txBox="1"/>
          <p:nvPr/>
        </p:nvSpPr>
        <p:spPr>
          <a:xfrm>
            <a:off x="1028700" y="1257300"/>
            <a:ext cx="11908648" cy="9906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C1A45E"/>
                </a:solidFill>
                <a:latin typeface="Montserrat"/>
                <a:ea typeface="Montserrat"/>
                <a:cs typeface="Montserrat"/>
                <a:sym typeface="Montserrat"/>
              </a:rPr>
              <a:t>fonts | example </a:t>
            </a:r>
            <a:endParaRPr/>
          </a:p>
        </p:txBody>
      </p:sp>
      <p:sp>
        <p:nvSpPr>
          <p:cNvPr id="233" name="Google Shape;233;p10"/>
          <p:cNvSpPr txBox="1"/>
          <p:nvPr/>
        </p:nvSpPr>
        <p:spPr>
          <a:xfrm>
            <a:off x="1028700" y="2462213"/>
            <a:ext cx="16519073" cy="75340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799" u="none" cap="none" strike="noStrike">
                <a:solidFill>
                  <a:srgbClr val="F7F5EF"/>
                </a:solidFill>
                <a:latin typeface="Montserrat"/>
                <a:ea typeface="Montserrat"/>
                <a:cs typeface="Montserrat"/>
                <a:sym typeface="Montserrat"/>
              </a:rPr>
              <a:t>DUBAI IN NUMBERS </a:t>
            </a:r>
            <a:endParaRPr/>
          </a:p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500" u="none" cap="none" strike="noStrike">
                <a:solidFill>
                  <a:srgbClr val="F7F5EF"/>
                </a:solidFill>
                <a:latin typeface="Montserrat"/>
                <a:ea typeface="Montserrat"/>
                <a:cs typeface="Montserrat"/>
                <a:sym typeface="Montserrat"/>
              </a:rPr>
              <a:t>A Market That Keeps Surpassing Expectations</a:t>
            </a:r>
            <a:endParaRPr/>
          </a:p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F7F5E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Knight Frank’s recent research highlights just how exceptional Dubai’s performance has been:</a:t>
            </a:r>
            <a:endParaRPr/>
          </a:p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000" u="none" cap="none" strike="noStrike">
              <a:solidFill>
                <a:srgbClr val="F7F5EF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-323850" lvl="1" marL="64770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F7F5EF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F7F5E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Prime villa prices have surged 94% from Q1 2020 to Q4 2024.</a:t>
            </a:r>
            <a:endParaRPr/>
          </a:p>
          <a:p>
            <a:pPr indent="-323850" lvl="1" marL="64770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F7F5EF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F7F5E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Prime properties overall have climbed 147% in the last five years.</a:t>
            </a:r>
            <a:endParaRPr/>
          </a:p>
          <a:p>
            <a:pPr indent="-323850" lvl="1" marL="64770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F7F5EF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F7F5E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 USD 1 million prime property purchased in 2020 is now valued at around USD 2.7 million.</a:t>
            </a:r>
            <a:endParaRPr/>
          </a:p>
          <a:p>
            <a:pPr indent="-323850" lvl="1" marL="64770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F7F5EF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F7F5E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Listings of homes priced above USD 10 million have dropped 65%, a sign of tight luxury supply.</a:t>
            </a:r>
            <a:endParaRPr/>
          </a:p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000" u="none" cap="none" strike="noStrike">
              <a:solidFill>
                <a:srgbClr val="F7F5EF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F7F5E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These are not just strong results, they’re signals of long-term confidence, rising global demand, and a market with room to grow in 2025 and beyond.</a:t>
            </a:r>
            <a:endParaRPr/>
          </a:p>
          <a:p>
            <a:pPr indent="0" lvl="0" marL="0" marR="0" rtl="0" algn="l">
              <a:lnSpc>
                <a:spcPct val="1199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000" u="none" cap="none" strike="noStrike">
              <a:solidFill>
                <a:srgbClr val="F7F5EF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1B2A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1"/>
          <p:cNvSpPr txBox="1"/>
          <p:nvPr/>
        </p:nvSpPr>
        <p:spPr>
          <a:xfrm>
            <a:off x="4358587" y="4615807"/>
            <a:ext cx="9570826" cy="1379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00" u="none" cap="none" strike="noStrike">
                <a:solidFill>
                  <a:srgbClr val="E0CFAB"/>
                </a:solidFill>
                <a:latin typeface="Montserrat"/>
                <a:ea typeface="Montserrat"/>
                <a:cs typeface="Montserrat"/>
                <a:sym typeface="Montserrat"/>
              </a:rPr>
              <a:t>LOGO STYLES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EF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2"/>
          <p:cNvSpPr/>
          <p:nvPr/>
        </p:nvSpPr>
        <p:spPr>
          <a:xfrm>
            <a:off x="4842762" y="842262"/>
            <a:ext cx="8602475" cy="8602475"/>
          </a:xfrm>
          <a:custGeom>
            <a:rect b="b" l="l" r="r" t="t"/>
            <a:pathLst>
              <a:path extrusionOk="0" h="8602475" w="8602475">
                <a:moveTo>
                  <a:pt x="0" y="0"/>
                </a:moveTo>
                <a:lnTo>
                  <a:pt x="8602476" y="0"/>
                </a:lnTo>
                <a:lnTo>
                  <a:pt x="8602476" y="8602476"/>
                </a:lnTo>
                <a:lnTo>
                  <a:pt x="0" y="86024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4" name="Google Shape;244;p12"/>
          <p:cNvSpPr txBox="1"/>
          <p:nvPr/>
        </p:nvSpPr>
        <p:spPr>
          <a:xfrm>
            <a:off x="1028700" y="1257300"/>
            <a:ext cx="6015322" cy="1905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091B2A"/>
                </a:solidFill>
                <a:latin typeface="Montserrat"/>
                <a:ea typeface="Montserrat"/>
                <a:cs typeface="Montserrat"/>
                <a:sym typeface="Montserrat"/>
              </a:rPr>
              <a:t>primary logo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EF"/>
        </a:soli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3"/>
          <p:cNvSpPr/>
          <p:nvPr/>
        </p:nvSpPr>
        <p:spPr>
          <a:xfrm>
            <a:off x="6722020" y="7443872"/>
            <a:ext cx="10245324" cy="1816879"/>
          </a:xfrm>
          <a:custGeom>
            <a:rect b="b" l="l" r="r" t="t"/>
            <a:pathLst>
              <a:path extrusionOk="0" h="1816879" w="10245324">
                <a:moveTo>
                  <a:pt x="0" y="0"/>
                </a:moveTo>
                <a:lnTo>
                  <a:pt x="10245324" y="0"/>
                </a:lnTo>
                <a:lnTo>
                  <a:pt x="10245324" y="1816878"/>
                </a:lnTo>
                <a:lnTo>
                  <a:pt x="0" y="18168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29063" l="0" r="0" t="-234826"/>
            </a:stretch>
          </a:blipFill>
          <a:ln>
            <a:noFill/>
          </a:ln>
        </p:spPr>
      </p:sp>
      <p:sp>
        <p:nvSpPr>
          <p:cNvPr id="250" name="Google Shape;250;p13"/>
          <p:cNvSpPr/>
          <p:nvPr/>
        </p:nvSpPr>
        <p:spPr>
          <a:xfrm>
            <a:off x="8061743" y="1028700"/>
            <a:ext cx="7470259" cy="1534695"/>
          </a:xfrm>
          <a:custGeom>
            <a:rect b="b" l="l" r="r" t="t"/>
            <a:pathLst>
              <a:path extrusionOk="0" h="1534695" w="7470259">
                <a:moveTo>
                  <a:pt x="0" y="0"/>
                </a:moveTo>
                <a:lnTo>
                  <a:pt x="7470259" y="0"/>
                </a:lnTo>
                <a:lnTo>
                  <a:pt x="7470259" y="1534695"/>
                </a:lnTo>
                <a:lnTo>
                  <a:pt x="0" y="15346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223835" l="0" r="0" t="-162901"/>
            </a:stretch>
          </a:blipFill>
          <a:ln>
            <a:noFill/>
          </a:ln>
        </p:spPr>
      </p:sp>
      <p:sp>
        <p:nvSpPr>
          <p:cNvPr id="251" name="Google Shape;251;p13"/>
          <p:cNvSpPr/>
          <p:nvPr/>
        </p:nvSpPr>
        <p:spPr>
          <a:xfrm>
            <a:off x="8061743" y="3627745"/>
            <a:ext cx="7565878" cy="2749326"/>
          </a:xfrm>
          <a:custGeom>
            <a:rect b="b" l="l" r="r" t="t"/>
            <a:pathLst>
              <a:path extrusionOk="0" h="2749326" w="7565878">
                <a:moveTo>
                  <a:pt x="0" y="0"/>
                </a:moveTo>
                <a:lnTo>
                  <a:pt x="7565878" y="0"/>
                </a:lnTo>
                <a:lnTo>
                  <a:pt x="7565878" y="2749327"/>
                </a:lnTo>
                <a:lnTo>
                  <a:pt x="0" y="27493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90473" l="0" r="0" t="-84706"/>
            </a:stretch>
          </a:blipFill>
          <a:ln>
            <a:noFill/>
          </a:ln>
        </p:spPr>
      </p:sp>
      <p:sp>
        <p:nvSpPr>
          <p:cNvPr id="252" name="Google Shape;252;p13"/>
          <p:cNvSpPr txBox="1"/>
          <p:nvPr/>
        </p:nvSpPr>
        <p:spPr>
          <a:xfrm>
            <a:off x="1028700" y="1257300"/>
            <a:ext cx="6015322" cy="1905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091B2A"/>
                </a:solidFill>
                <a:latin typeface="Montserrat"/>
                <a:ea typeface="Montserrat"/>
                <a:cs typeface="Montserrat"/>
                <a:sym typeface="Montserrat"/>
              </a:rPr>
              <a:t>secondary logos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EF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4"/>
          <p:cNvSpPr/>
          <p:nvPr/>
        </p:nvSpPr>
        <p:spPr>
          <a:xfrm>
            <a:off x="1353152" y="4376152"/>
            <a:ext cx="7470259" cy="1534695"/>
          </a:xfrm>
          <a:custGeom>
            <a:rect b="b" l="l" r="r" t="t"/>
            <a:pathLst>
              <a:path extrusionOk="0" h="1534695" w="7470259">
                <a:moveTo>
                  <a:pt x="0" y="0"/>
                </a:moveTo>
                <a:lnTo>
                  <a:pt x="7470259" y="0"/>
                </a:lnTo>
                <a:lnTo>
                  <a:pt x="7470259" y="1534696"/>
                </a:lnTo>
                <a:lnTo>
                  <a:pt x="0" y="153469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23835" l="0" r="0" t="-162901"/>
            </a:stretch>
          </a:blipFill>
          <a:ln>
            <a:noFill/>
          </a:ln>
        </p:spPr>
      </p:sp>
      <p:sp>
        <p:nvSpPr>
          <p:cNvPr id="258" name="Google Shape;258;p14"/>
          <p:cNvSpPr/>
          <p:nvPr/>
        </p:nvSpPr>
        <p:spPr>
          <a:xfrm>
            <a:off x="10205617" y="2216266"/>
            <a:ext cx="5854469" cy="5854469"/>
          </a:xfrm>
          <a:custGeom>
            <a:rect b="b" l="l" r="r" t="t"/>
            <a:pathLst>
              <a:path extrusionOk="0" h="5854469" w="5854469">
                <a:moveTo>
                  <a:pt x="0" y="0"/>
                </a:moveTo>
                <a:lnTo>
                  <a:pt x="5854469" y="0"/>
                </a:lnTo>
                <a:lnTo>
                  <a:pt x="5854469" y="5854468"/>
                </a:lnTo>
                <a:lnTo>
                  <a:pt x="0" y="58544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EF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5"/>
          <p:cNvSpPr/>
          <p:nvPr/>
        </p:nvSpPr>
        <p:spPr>
          <a:xfrm>
            <a:off x="6216766" y="2216266"/>
            <a:ext cx="5854469" cy="5854469"/>
          </a:xfrm>
          <a:custGeom>
            <a:rect b="b" l="l" r="r" t="t"/>
            <a:pathLst>
              <a:path extrusionOk="0" h="5854469" w="5854469">
                <a:moveTo>
                  <a:pt x="0" y="0"/>
                </a:moveTo>
                <a:lnTo>
                  <a:pt x="5854468" y="0"/>
                </a:lnTo>
                <a:lnTo>
                  <a:pt x="5854468" y="5854468"/>
                </a:lnTo>
                <a:lnTo>
                  <a:pt x="0" y="58544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4" name="Google Shape;264;p15"/>
          <p:cNvSpPr txBox="1"/>
          <p:nvPr/>
        </p:nvSpPr>
        <p:spPr>
          <a:xfrm>
            <a:off x="1028700" y="1257300"/>
            <a:ext cx="6015322" cy="9906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091B2A"/>
                </a:solidFill>
                <a:latin typeface="Montserrat"/>
                <a:ea typeface="Montserrat"/>
                <a:cs typeface="Montserrat"/>
                <a:sym typeface="Montserrat"/>
              </a:rPr>
              <a:t>symbol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1B2A"/>
        </a:solid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6"/>
          <p:cNvSpPr txBox="1"/>
          <p:nvPr/>
        </p:nvSpPr>
        <p:spPr>
          <a:xfrm>
            <a:off x="1028700" y="1257300"/>
            <a:ext cx="6015322" cy="1905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E0CFAB"/>
                </a:solidFill>
                <a:latin typeface="Montserrat"/>
                <a:ea typeface="Montserrat"/>
                <a:cs typeface="Montserrat"/>
                <a:sym typeface="Montserrat"/>
              </a:rPr>
              <a:t>primary logo</a:t>
            </a:r>
            <a:endParaRPr/>
          </a:p>
        </p:txBody>
      </p:sp>
      <p:sp>
        <p:nvSpPr>
          <p:cNvPr id="270" name="Google Shape;270;p16"/>
          <p:cNvSpPr/>
          <p:nvPr/>
        </p:nvSpPr>
        <p:spPr>
          <a:xfrm>
            <a:off x="4842762" y="842262"/>
            <a:ext cx="8602475" cy="8602475"/>
          </a:xfrm>
          <a:custGeom>
            <a:rect b="b" l="l" r="r" t="t"/>
            <a:pathLst>
              <a:path extrusionOk="0" h="8602475" w="8602475">
                <a:moveTo>
                  <a:pt x="0" y="0"/>
                </a:moveTo>
                <a:lnTo>
                  <a:pt x="8602476" y="0"/>
                </a:lnTo>
                <a:lnTo>
                  <a:pt x="8602476" y="8602476"/>
                </a:lnTo>
                <a:lnTo>
                  <a:pt x="0" y="86024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1B2A"/>
        </a:solid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7"/>
          <p:cNvSpPr/>
          <p:nvPr/>
        </p:nvSpPr>
        <p:spPr>
          <a:xfrm>
            <a:off x="6722020" y="7443872"/>
            <a:ext cx="10245324" cy="1816879"/>
          </a:xfrm>
          <a:custGeom>
            <a:rect b="b" l="l" r="r" t="t"/>
            <a:pathLst>
              <a:path extrusionOk="0" h="1816879" w="10245324">
                <a:moveTo>
                  <a:pt x="0" y="0"/>
                </a:moveTo>
                <a:lnTo>
                  <a:pt x="10245324" y="0"/>
                </a:lnTo>
                <a:lnTo>
                  <a:pt x="10245324" y="1816878"/>
                </a:lnTo>
                <a:lnTo>
                  <a:pt x="0" y="18168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29063" l="0" r="0" t="-234826"/>
            </a:stretch>
          </a:blipFill>
          <a:ln>
            <a:noFill/>
          </a:ln>
        </p:spPr>
      </p:sp>
      <p:sp>
        <p:nvSpPr>
          <p:cNvPr id="276" name="Google Shape;276;p17"/>
          <p:cNvSpPr/>
          <p:nvPr/>
        </p:nvSpPr>
        <p:spPr>
          <a:xfrm>
            <a:off x="8061743" y="1028700"/>
            <a:ext cx="7470259" cy="1534695"/>
          </a:xfrm>
          <a:custGeom>
            <a:rect b="b" l="l" r="r" t="t"/>
            <a:pathLst>
              <a:path extrusionOk="0" h="1534695" w="7470259">
                <a:moveTo>
                  <a:pt x="0" y="0"/>
                </a:moveTo>
                <a:lnTo>
                  <a:pt x="7470259" y="0"/>
                </a:lnTo>
                <a:lnTo>
                  <a:pt x="7470259" y="1534695"/>
                </a:lnTo>
                <a:lnTo>
                  <a:pt x="0" y="15346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223835" l="0" r="0" t="-162901"/>
            </a:stretch>
          </a:blipFill>
          <a:ln>
            <a:noFill/>
          </a:ln>
        </p:spPr>
      </p:sp>
      <p:sp>
        <p:nvSpPr>
          <p:cNvPr id="277" name="Google Shape;277;p17"/>
          <p:cNvSpPr/>
          <p:nvPr/>
        </p:nvSpPr>
        <p:spPr>
          <a:xfrm>
            <a:off x="8061743" y="3627745"/>
            <a:ext cx="7565878" cy="2749326"/>
          </a:xfrm>
          <a:custGeom>
            <a:rect b="b" l="l" r="r" t="t"/>
            <a:pathLst>
              <a:path extrusionOk="0" h="2749326" w="7565878">
                <a:moveTo>
                  <a:pt x="0" y="0"/>
                </a:moveTo>
                <a:lnTo>
                  <a:pt x="7565878" y="0"/>
                </a:lnTo>
                <a:lnTo>
                  <a:pt x="7565878" y="2749327"/>
                </a:lnTo>
                <a:lnTo>
                  <a:pt x="0" y="27493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90473" l="0" r="0" t="-84706"/>
            </a:stretch>
          </a:blipFill>
          <a:ln>
            <a:noFill/>
          </a:ln>
        </p:spPr>
      </p:sp>
      <p:sp>
        <p:nvSpPr>
          <p:cNvPr id="278" name="Google Shape;278;p17"/>
          <p:cNvSpPr txBox="1"/>
          <p:nvPr/>
        </p:nvSpPr>
        <p:spPr>
          <a:xfrm>
            <a:off x="1028700" y="1257300"/>
            <a:ext cx="6015322" cy="1905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E0CFAB"/>
                </a:solidFill>
                <a:latin typeface="Montserrat"/>
                <a:ea typeface="Montserrat"/>
                <a:cs typeface="Montserrat"/>
                <a:sym typeface="Montserrat"/>
              </a:rPr>
              <a:t>secondary logos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1B2A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8"/>
          <p:cNvSpPr/>
          <p:nvPr/>
        </p:nvSpPr>
        <p:spPr>
          <a:xfrm>
            <a:off x="1353152" y="4376152"/>
            <a:ext cx="7470259" cy="1534695"/>
          </a:xfrm>
          <a:custGeom>
            <a:rect b="b" l="l" r="r" t="t"/>
            <a:pathLst>
              <a:path extrusionOk="0" h="1534695" w="7470259">
                <a:moveTo>
                  <a:pt x="0" y="0"/>
                </a:moveTo>
                <a:lnTo>
                  <a:pt x="7470259" y="0"/>
                </a:lnTo>
                <a:lnTo>
                  <a:pt x="7470259" y="1534696"/>
                </a:lnTo>
                <a:lnTo>
                  <a:pt x="0" y="153469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23835" l="0" r="0" t="-162901"/>
            </a:stretch>
          </a:blipFill>
          <a:ln>
            <a:noFill/>
          </a:ln>
        </p:spPr>
      </p:sp>
      <p:sp>
        <p:nvSpPr>
          <p:cNvPr id="284" name="Google Shape;284;p18"/>
          <p:cNvSpPr/>
          <p:nvPr/>
        </p:nvSpPr>
        <p:spPr>
          <a:xfrm>
            <a:off x="10205617" y="2216266"/>
            <a:ext cx="5854469" cy="5854469"/>
          </a:xfrm>
          <a:custGeom>
            <a:rect b="b" l="l" r="r" t="t"/>
            <a:pathLst>
              <a:path extrusionOk="0" h="5854469" w="5854469">
                <a:moveTo>
                  <a:pt x="0" y="0"/>
                </a:moveTo>
                <a:lnTo>
                  <a:pt x="5854469" y="0"/>
                </a:lnTo>
                <a:lnTo>
                  <a:pt x="5854469" y="5854468"/>
                </a:lnTo>
                <a:lnTo>
                  <a:pt x="0" y="58544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1B2A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9"/>
          <p:cNvSpPr txBox="1"/>
          <p:nvPr/>
        </p:nvSpPr>
        <p:spPr>
          <a:xfrm>
            <a:off x="1028700" y="1257300"/>
            <a:ext cx="6015322" cy="9906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E0CFAB"/>
                </a:solidFill>
                <a:latin typeface="Montserrat"/>
                <a:ea typeface="Montserrat"/>
                <a:cs typeface="Montserrat"/>
                <a:sym typeface="Montserrat"/>
              </a:rPr>
              <a:t>symbol</a:t>
            </a:r>
            <a:endParaRPr/>
          </a:p>
        </p:txBody>
      </p:sp>
      <p:sp>
        <p:nvSpPr>
          <p:cNvPr id="290" name="Google Shape;290;p19"/>
          <p:cNvSpPr/>
          <p:nvPr/>
        </p:nvSpPr>
        <p:spPr>
          <a:xfrm>
            <a:off x="6216766" y="2216266"/>
            <a:ext cx="5854469" cy="5854469"/>
          </a:xfrm>
          <a:custGeom>
            <a:rect b="b" l="l" r="r" t="t"/>
            <a:pathLst>
              <a:path extrusionOk="0" h="5854469" w="5854469">
                <a:moveTo>
                  <a:pt x="0" y="0"/>
                </a:moveTo>
                <a:lnTo>
                  <a:pt x="5854468" y="0"/>
                </a:lnTo>
                <a:lnTo>
                  <a:pt x="5854468" y="5854468"/>
                </a:lnTo>
                <a:lnTo>
                  <a:pt x="0" y="58544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EF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0"/>
          <p:cNvSpPr/>
          <p:nvPr/>
        </p:nvSpPr>
        <p:spPr>
          <a:xfrm>
            <a:off x="6722020" y="7443872"/>
            <a:ext cx="10245324" cy="1816879"/>
          </a:xfrm>
          <a:custGeom>
            <a:rect b="b" l="l" r="r" t="t"/>
            <a:pathLst>
              <a:path extrusionOk="0" h="1816879" w="10245324">
                <a:moveTo>
                  <a:pt x="0" y="0"/>
                </a:moveTo>
                <a:lnTo>
                  <a:pt x="10245324" y="0"/>
                </a:lnTo>
                <a:lnTo>
                  <a:pt x="10245324" y="1816878"/>
                </a:lnTo>
                <a:lnTo>
                  <a:pt x="0" y="18168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29063" l="0" r="0" t="-234826"/>
            </a:stretch>
          </a:blipFill>
          <a:ln>
            <a:noFill/>
          </a:ln>
        </p:spPr>
      </p:sp>
      <p:sp>
        <p:nvSpPr>
          <p:cNvPr id="296" name="Google Shape;296;p20"/>
          <p:cNvSpPr/>
          <p:nvPr/>
        </p:nvSpPr>
        <p:spPr>
          <a:xfrm>
            <a:off x="8061743" y="1028700"/>
            <a:ext cx="7470259" cy="1534695"/>
          </a:xfrm>
          <a:custGeom>
            <a:rect b="b" l="l" r="r" t="t"/>
            <a:pathLst>
              <a:path extrusionOk="0" h="1534695" w="7470259">
                <a:moveTo>
                  <a:pt x="0" y="0"/>
                </a:moveTo>
                <a:lnTo>
                  <a:pt x="7470259" y="0"/>
                </a:lnTo>
                <a:lnTo>
                  <a:pt x="7470259" y="1534695"/>
                </a:lnTo>
                <a:lnTo>
                  <a:pt x="0" y="15346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223835" l="0" r="0" t="-162901"/>
            </a:stretch>
          </a:blipFill>
          <a:ln>
            <a:noFill/>
          </a:ln>
        </p:spPr>
      </p:sp>
      <p:sp>
        <p:nvSpPr>
          <p:cNvPr id="297" name="Google Shape;297;p20"/>
          <p:cNvSpPr/>
          <p:nvPr/>
        </p:nvSpPr>
        <p:spPr>
          <a:xfrm>
            <a:off x="8061743" y="3627745"/>
            <a:ext cx="7565878" cy="2749326"/>
          </a:xfrm>
          <a:custGeom>
            <a:rect b="b" l="l" r="r" t="t"/>
            <a:pathLst>
              <a:path extrusionOk="0" h="2749326" w="7565878">
                <a:moveTo>
                  <a:pt x="0" y="0"/>
                </a:moveTo>
                <a:lnTo>
                  <a:pt x="7565878" y="0"/>
                </a:lnTo>
                <a:lnTo>
                  <a:pt x="7565878" y="2749327"/>
                </a:lnTo>
                <a:lnTo>
                  <a:pt x="0" y="27493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90473" l="0" r="0" t="-84706"/>
            </a:stretch>
          </a:blipFill>
          <a:ln>
            <a:noFill/>
          </a:ln>
        </p:spPr>
      </p:sp>
      <p:sp>
        <p:nvSpPr>
          <p:cNvPr id="298" name="Google Shape;298;p20"/>
          <p:cNvSpPr txBox="1"/>
          <p:nvPr/>
        </p:nvSpPr>
        <p:spPr>
          <a:xfrm>
            <a:off x="1028700" y="1257300"/>
            <a:ext cx="6015322" cy="1905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091B2A"/>
                </a:solidFill>
                <a:latin typeface="Montserrat"/>
                <a:ea typeface="Montserrat"/>
                <a:cs typeface="Montserrat"/>
                <a:sym typeface="Montserrat"/>
              </a:rPr>
              <a:t>secondary logos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EF"/>
        </a:solidFill>
      </p:bgPr>
    </p:bg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21"/>
          <p:cNvSpPr/>
          <p:nvPr/>
        </p:nvSpPr>
        <p:spPr>
          <a:xfrm>
            <a:off x="1353152" y="4376152"/>
            <a:ext cx="7470259" cy="1534695"/>
          </a:xfrm>
          <a:custGeom>
            <a:rect b="b" l="l" r="r" t="t"/>
            <a:pathLst>
              <a:path extrusionOk="0" h="1534695" w="7470259">
                <a:moveTo>
                  <a:pt x="0" y="0"/>
                </a:moveTo>
                <a:lnTo>
                  <a:pt x="7470259" y="0"/>
                </a:lnTo>
                <a:lnTo>
                  <a:pt x="7470259" y="1534696"/>
                </a:lnTo>
                <a:lnTo>
                  <a:pt x="0" y="153469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23835" l="0" r="0" t="-162901"/>
            </a:stretch>
          </a:blipFill>
          <a:ln>
            <a:noFill/>
          </a:ln>
        </p:spPr>
      </p:sp>
      <p:sp>
        <p:nvSpPr>
          <p:cNvPr id="304" name="Google Shape;304;p21"/>
          <p:cNvSpPr/>
          <p:nvPr/>
        </p:nvSpPr>
        <p:spPr>
          <a:xfrm>
            <a:off x="10205617" y="2216266"/>
            <a:ext cx="5854469" cy="5854469"/>
          </a:xfrm>
          <a:custGeom>
            <a:rect b="b" l="l" r="r" t="t"/>
            <a:pathLst>
              <a:path extrusionOk="0" h="5854469" w="5854469">
                <a:moveTo>
                  <a:pt x="0" y="0"/>
                </a:moveTo>
                <a:lnTo>
                  <a:pt x="5854469" y="0"/>
                </a:lnTo>
                <a:lnTo>
                  <a:pt x="5854469" y="5854468"/>
                </a:lnTo>
                <a:lnTo>
                  <a:pt x="0" y="58544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EF"/>
        </a:soli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2"/>
          <p:cNvSpPr/>
          <p:nvPr/>
        </p:nvSpPr>
        <p:spPr>
          <a:xfrm>
            <a:off x="6216766" y="2216266"/>
            <a:ext cx="5854469" cy="5854469"/>
          </a:xfrm>
          <a:custGeom>
            <a:rect b="b" l="l" r="r" t="t"/>
            <a:pathLst>
              <a:path extrusionOk="0" h="5854469" w="5854469">
                <a:moveTo>
                  <a:pt x="0" y="0"/>
                </a:moveTo>
                <a:lnTo>
                  <a:pt x="5854468" y="0"/>
                </a:lnTo>
                <a:lnTo>
                  <a:pt x="5854468" y="5854468"/>
                </a:lnTo>
                <a:lnTo>
                  <a:pt x="0" y="58544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10" name="Google Shape;310;p22"/>
          <p:cNvSpPr txBox="1"/>
          <p:nvPr/>
        </p:nvSpPr>
        <p:spPr>
          <a:xfrm>
            <a:off x="1028700" y="1257300"/>
            <a:ext cx="6015322" cy="9906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091B2A"/>
                </a:solidFill>
                <a:latin typeface="Montserrat"/>
                <a:ea typeface="Montserrat"/>
                <a:cs typeface="Montserrat"/>
                <a:sym typeface="Montserrat"/>
              </a:rPr>
              <a:t>symbol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